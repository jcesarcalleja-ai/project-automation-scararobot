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sldIdLst>
    <p:sldId id="256" r:id="rId5"/>
  </p:sldIdLst>
  <p:sldSz cx="30279975" cy="42808525"/>
  <p:notesSz cx="9926638" cy="14355763"/>
  <p:defaultTextStyle>
    <a:defPPr>
      <a:defRPr lang="nl-NL"/>
    </a:defPPr>
    <a:lvl1pPr marL="0" algn="l" defTabSz="4176356" rtl="0" eaLnBrk="1" latinLnBrk="0" hangingPunct="1">
      <a:defRPr sz="8200" kern="1200">
        <a:solidFill>
          <a:schemeClr val="tx1"/>
        </a:solidFill>
        <a:latin typeface="+mn-lt"/>
        <a:ea typeface="+mn-ea"/>
        <a:cs typeface="+mn-cs"/>
      </a:defRPr>
    </a:lvl1pPr>
    <a:lvl2pPr marL="2088179" algn="l" defTabSz="4176356" rtl="0" eaLnBrk="1" latinLnBrk="0" hangingPunct="1">
      <a:defRPr sz="8200" kern="1200">
        <a:solidFill>
          <a:schemeClr val="tx1"/>
        </a:solidFill>
        <a:latin typeface="+mn-lt"/>
        <a:ea typeface="+mn-ea"/>
        <a:cs typeface="+mn-cs"/>
      </a:defRPr>
    </a:lvl2pPr>
    <a:lvl3pPr marL="4176356" algn="l" defTabSz="4176356" rtl="0" eaLnBrk="1" latinLnBrk="0" hangingPunct="1">
      <a:defRPr sz="8200" kern="1200">
        <a:solidFill>
          <a:schemeClr val="tx1"/>
        </a:solidFill>
        <a:latin typeface="+mn-lt"/>
        <a:ea typeface="+mn-ea"/>
        <a:cs typeface="+mn-cs"/>
      </a:defRPr>
    </a:lvl3pPr>
    <a:lvl4pPr marL="6264535" algn="l" defTabSz="4176356" rtl="0" eaLnBrk="1" latinLnBrk="0" hangingPunct="1">
      <a:defRPr sz="8200" kern="1200">
        <a:solidFill>
          <a:schemeClr val="tx1"/>
        </a:solidFill>
        <a:latin typeface="+mn-lt"/>
        <a:ea typeface="+mn-ea"/>
        <a:cs typeface="+mn-cs"/>
      </a:defRPr>
    </a:lvl4pPr>
    <a:lvl5pPr marL="8352714" algn="l" defTabSz="4176356" rtl="0" eaLnBrk="1" latinLnBrk="0" hangingPunct="1">
      <a:defRPr sz="8200" kern="1200">
        <a:solidFill>
          <a:schemeClr val="tx1"/>
        </a:solidFill>
        <a:latin typeface="+mn-lt"/>
        <a:ea typeface="+mn-ea"/>
        <a:cs typeface="+mn-cs"/>
      </a:defRPr>
    </a:lvl5pPr>
    <a:lvl6pPr marL="10440891" algn="l" defTabSz="4176356" rtl="0" eaLnBrk="1" latinLnBrk="0" hangingPunct="1">
      <a:defRPr sz="8200" kern="1200">
        <a:solidFill>
          <a:schemeClr val="tx1"/>
        </a:solidFill>
        <a:latin typeface="+mn-lt"/>
        <a:ea typeface="+mn-ea"/>
        <a:cs typeface="+mn-cs"/>
      </a:defRPr>
    </a:lvl6pPr>
    <a:lvl7pPr marL="12529070" algn="l" defTabSz="4176356" rtl="0" eaLnBrk="1" latinLnBrk="0" hangingPunct="1">
      <a:defRPr sz="8200" kern="1200">
        <a:solidFill>
          <a:schemeClr val="tx1"/>
        </a:solidFill>
        <a:latin typeface="+mn-lt"/>
        <a:ea typeface="+mn-ea"/>
        <a:cs typeface="+mn-cs"/>
      </a:defRPr>
    </a:lvl7pPr>
    <a:lvl8pPr marL="14617247" algn="l" defTabSz="4176356" rtl="0" eaLnBrk="1" latinLnBrk="0" hangingPunct="1">
      <a:defRPr sz="8200" kern="1200">
        <a:solidFill>
          <a:schemeClr val="tx1"/>
        </a:solidFill>
        <a:latin typeface="+mn-lt"/>
        <a:ea typeface="+mn-ea"/>
        <a:cs typeface="+mn-cs"/>
      </a:defRPr>
    </a:lvl8pPr>
    <a:lvl9pPr marL="16705426" algn="l" defTabSz="4176356" rtl="0" eaLnBrk="1" latinLnBrk="0" hangingPunct="1">
      <a:defRPr sz="82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483">
          <p15:clr>
            <a:srgbClr val="A4A3A4"/>
          </p15:clr>
        </p15:guide>
        <p15:guide id="2" pos="953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C82"/>
    <a:srgbClr val="DB0651"/>
    <a:srgbClr val="FFDD00"/>
    <a:srgbClr val="46877F"/>
    <a:srgbClr val="A6CE39"/>
    <a:srgbClr val="018A38"/>
    <a:srgbClr val="00853A"/>
    <a:srgbClr val="B1C700"/>
    <a:srgbClr val="CCFF33"/>
    <a:srgbClr val="CC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25" d="100"/>
          <a:sy n="25" d="100"/>
        </p:scale>
        <p:origin x="1445" y="-1200"/>
      </p:cViewPr>
      <p:guideLst>
        <p:guide orient="horz" pos="13483"/>
        <p:guide pos="9537"/>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microsoft.com/office/2016/11/relationships/changesInfo" Target="changesInfos/changesInfo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hat Ha Pham" userId="b3ed5c50-fdfc-4a9c-804c-64eafe27d195" providerId="ADAL" clId="{43588C27-E3B8-4C1B-8C60-C4671A917AB3}"/>
    <pc:docChg chg="modSld">
      <pc:chgData name="Nhat Ha Pham" userId="b3ed5c50-fdfc-4a9c-804c-64eafe27d195" providerId="ADAL" clId="{43588C27-E3B8-4C1B-8C60-C4671A917AB3}" dt="2025-12-18T11:31:58.453" v="12" actId="20577"/>
      <pc:docMkLst>
        <pc:docMk/>
      </pc:docMkLst>
      <pc:sldChg chg="modSp mod">
        <pc:chgData name="Nhat Ha Pham" userId="b3ed5c50-fdfc-4a9c-804c-64eafe27d195" providerId="ADAL" clId="{43588C27-E3B8-4C1B-8C60-C4671A917AB3}" dt="2025-12-18T11:31:58.453" v="12" actId="20577"/>
        <pc:sldMkLst>
          <pc:docMk/>
          <pc:sldMk cId="993789709" sldId="256"/>
        </pc:sldMkLst>
        <pc:spChg chg="mod">
          <ac:chgData name="Nhat Ha Pham" userId="b3ed5c50-fdfc-4a9c-804c-64eafe27d195" providerId="ADAL" clId="{43588C27-E3B8-4C1B-8C60-C4671A917AB3}" dt="2025-12-18T11:31:58.453" v="12" actId="20577"/>
          <ac:spMkLst>
            <pc:docMk/>
            <pc:sldMk cId="993789709" sldId="256"/>
            <ac:spMk id="2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1" y="1"/>
            <a:ext cx="4301493" cy="717636"/>
          </a:xfrm>
          <a:prstGeom prst="rect">
            <a:avLst/>
          </a:prstGeom>
        </p:spPr>
        <p:txBody>
          <a:bodyPr vert="horz" lIns="43737" tIns="21870" rIns="43737" bIns="21870" rtlCol="0"/>
          <a:lstStyle>
            <a:lvl1pPr algn="l">
              <a:defRPr sz="600"/>
            </a:lvl1pPr>
          </a:lstStyle>
          <a:p>
            <a:endParaRPr lang="nl-NL"/>
          </a:p>
        </p:txBody>
      </p:sp>
      <p:sp>
        <p:nvSpPr>
          <p:cNvPr id="3" name="Tijdelijke aanduiding voor datum 2"/>
          <p:cNvSpPr>
            <a:spLocks noGrp="1"/>
          </p:cNvSpPr>
          <p:nvPr>
            <p:ph type="dt" idx="1"/>
          </p:nvPr>
        </p:nvSpPr>
        <p:spPr>
          <a:xfrm>
            <a:off x="5622887" y="1"/>
            <a:ext cx="4301493" cy="717636"/>
          </a:xfrm>
          <a:prstGeom prst="rect">
            <a:avLst/>
          </a:prstGeom>
        </p:spPr>
        <p:txBody>
          <a:bodyPr vert="horz" lIns="43737" tIns="21870" rIns="43737" bIns="21870" rtlCol="0"/>
          <a:lstStyle>
            <a:lvl1pPr algn="r">
              <a:defRPr sz="600"/>
            </a:lvl1pPr>
          </a:lstStyle>
          <a:p>
            <a:fld id="{0F963DC8-CD53-4FF3-B7E9-6B7D524F603A}" type="datetimeFigureOut">
              <a:rPr lang="nl-NL" smtClean="0"/>
              <a:pPr/>
              <a:t>18-12-2025</a:t>
            </a:fld>
            <a:endParaRPr lang="nl-NL"/>
          </a:p>
        </p:txBody>
      </p:sp>
      <p:sp>
        <p:nvSpPr>
          <p:cNvPr id="4" name="Tijdelijke aanduiding voor dia-afbeelding 3"/>
          <p:cNvSpPr>
            <a:spLocks noGrp="1" noRot="1" noChangeAspect="1"/>
          </p:cNvSpPr>
          <p:nvPr>
            <p:ph type="sldImg" idx="2"/>
          </p:nvPr>
        </p:nvSpPr>
        <p:spPr>
          <a:xfrm>
            <a:off x="3060700" y="1079500"/>
            <a:ext cx="3805238" cy="5378450"/>
          </a:xfrm>
          <a:prstGeom prst="rect">
            <a:avLst/>
          </a:prstGeom>
          <a:noFill/>
          <a:ln w="12700">
            <a:solidFill>
              <a:prstClr val="black"/>
            </a:solidFill>
          </a:ln>
        </p:spPr>
        <p:txBody>
          <a:bodyPr vert="horz" lIns="43737" tIns="21870" rIns="43737" bIns="21870" rtlCol="0" anchor="ctr"/>
          <a:lstStyle/>
          <a:p>
            <a:endParaRPr lang="nl-NL"/>
          </a:p>
        </p:txBody>
      </p:sp>
      <p:sp>
        <p:nvSpPr>
          <p:cNvPr id="5" name="Tijdelijke aanduiding voor notities 4"/>
          <p:cNvSpPr>
            <a:spLocks noGrp="1"/>
          </p:cNvSpPr>
          <p:nvPr>
            <p:ph type="body" sz="quarter" idx="3"/>
          </p:nvPr>
        </p:nvSpPr>
        <p:spPr>
          <a:xfrm>
            <a:off x="992363" y="6818683"/>
            <a:ext cx="7941914" cy="6460247"/>
          </a:xfrm>
          <a:prstGeom prst="rect">
            <a:avLst/>
          </a:prstGeom>
        </p:spPr>
        <p:txBody>
          <a:bodyPr vert="horz" lIns="43737" tIns="21870" rIns="43737" bIns="2187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1" y="13635835"/>
            <a:ext cx="4301493" cy="717636"/>
          </a:xfrm>
          <a:prstGeom prst="rect">
            <a:avLst/>
          </a:prstGeom>
        </p:spPr>
        <p:txBody>
          <a:bodyPr vert="horz" lIns="43737" tIns="21870" rIns="43737" bIns="21870" rtlCol="0" anchor="b"/>
          <a:lstStyle>
            <a:lvl1pPr algn="l">
              <a:defRPr sz="600"/>
            </a:lvl1pPr>
          </a:lstStyle>
          <a:p>
            <a:endParaRPr lang="nl-NL"/>
          </a:p>
        </p:txBody>
      </p:sp>
      <p:sp>
        <p:nvSpPr>
          <p:cNvPr id="7" name="Tijdelijke aanduiding voor dianummer 6"/>
          <p:cNvSpPr>
            <a:spLocks noGrp="1"/>
          </p:cNvSpPr>
          <p:nvPr>
            <p:ph type="sldNum" sz="quarter" idx="5"/>
          </p:nvPr>
        </p:nvSpPr>
        <p:spPr>
          <a:xfrm>
            <a:off x="5622887" y="13635835"/>
            <a:ext cx="4301493" cy="717636"/>
          </a:xfrm>
          <a:prstGeom prst="rect">
            <a:avLst/>
          </a:prstGeom>
        </p:spPr>
        <p:txBody>
          <a:bodyPr vert="horz" lIns="43737" tIns="21870" rIns="43737" bIns="21870" rtlCol="0" anchor="b"/>
          <a:lstStyle>
            <a:lvl1pPr algn="r">
              <a:defRPr sz="600"/>
            </a:lvl1pPr>
          </a:lstStyle>
          <a:p>
            <a:fld id="{32A538A0-69D2-47C3-8E7F-63EBD8979BBB}" type="slidenum">
              <a:rPr lang="nl-NL" smtClean="0"/>
              <a:pPr/>
              <a:t>‹#›</a:t>
            </a:fld>
            <a:endParaRPr lang="nl-NL"/>
          </a:p>
        </p:txBody>
      </p:sp>
    </p:spTree>
    <p:extLst>
      <p:ext uri="{BB962C8B-B14F-4D97-AF65-F5344CB8AC3E}">
        <p14:creationId xmlns:p14="http://schemas.microsoft.com/office/powerpoint/2010/main" val="3750463925"/>
      </p:ext>
    </p:extLst>
  </p:cSld>
  <p:clrMap bg1="lt1" tx1="dk1" bg2="lt2" tx2="dk2" accent1="accent1" accent2="accent2" accent3="accent3" accent4="accent4" accent5="accent5" accent6="accent6" hlink="hlink" folHlink="folHlink"/>
  <p:notesStyle>
    <a:lvl1pPr marL="0" algn="l" defTabSz="1293510" rtl="0" eaLnBrk="1" latinLnBrk="0" hangingPunct="1">
      <a:defRPr sz="1700" kern="1200">
        <a:solidFill>
          <a:schemeClr val="tx1"/>
        </a:solidFill>
        <a:latin typeface="+mn-lt"/>
        <a:ea typeface="+mn-ea"/>
        <a:cs typeface="+mn-cs"/>
      </a:defRPr>
    </a:lvl1pPr>
    <a:lvl2pPr marL="646755" algn="l" defTabSz="1293510" rtl="0" eaLnBrk="1" latinLnBrk="0" hangingPunct="1">
      <a:defRPr sz="1700" kern="1200">
        <a:solidFill>
          <a:schemeClr val="tx1"/>
        </a:solidFill>
        <a:latin typeface="+mn-lt"/>
        <a:ea typeface="+mn-ea"/>
        <a:cs typeface="+mn-cs"/>
      </a:defRPr>
    </a:lvl2pPr>
    <a:lvl3pPr marL="1293510" algn="l" defTabSz="1293510" rtl="0" eaLnBrk="1" latinLnBrk="0" hangingPunct="1">
      <a:defRPr sz="1700" kern="1200">
        <a:solidFill>
          <a:schemeClr val="tx1"/>
        </a:solidFill>
        <a:latin typeface="+mn-lt"/>
        <a:ea typeface="+mn-ea"/>
        <a:cs typeface="+mn-cs"/>
      </a:defRPr>
    </a:lvl3pPr>
    <a:lvl4pPr marL="1940265" algn="l" defTabSz="1293510" rtl="0" eaLnBrk="1" latinLnBrk="0" hangingPunct="1">
      <a:defRPr sz="1700" kern="1200">
        <a:solidFill>
          <a:schemeClr val="tx1"/>
        </a:solidFill>
        <a:latin typeface="+mn-lt"/>
        <a:ea typeface="+mn-ea"/>
        <a:cs typeface="+mn-cs"/>
      </a:defRPr>
    </a:lvl4pPr>
    <a:lvl5pPr marL="2587020" algn="l" defTabSz="1293510" rtl="0" eaLnBrk="1" latinLnBrk="0" hangingPunct="1">
      <a:defRPr sz="1700" kern="1200">
        <a:solidFill>
          <a:schemeClr val="tx1"/>
        </a:solidFill>
        <a:latin typeface="+mn-lt"/>
        <a:ea typeface="+mn-ea"/>
        <a:cs typeface="+mn-cs"/>
      </a:defRPr>
    </a:lvl5pPr>
    <a:lvl6pPr marL="3233776" algn="l" defTabSz="1293510" rtl="0" eaLnBrk="1" latinLnBrk="0" hangingPunct="1">
      <a:defRPr sz="1700" kern="1200">
        <a:solidFill>
          <a:schemeClr val="tx1"/>
        </a:solidFill>
        <a:latin typeface="+mn-lt"/>
        <a:ea typeface="+mn-ea"/>
        <a:cs typeface="+mn-cs"/>
      </a:defRPr>
    </a:lvl6pPr>
    <a:lvl7pPr marL="3880531" algn="l" defTabSz="1293510" rtl="0" eaLnBrk="1" latinLnBrk="0" hangingPunct="1">
      <a:defRPr sz="1700" kern="1200">
        <a:solidFill>
          <a:schemeClr val="tx1"/>
        </a:solidFill>
        <a:latin typeface="+mn-lt"/>
        <a:ea typeface="+mn-ea"/>
        <a:cs typeface="+mn-cs"/>
      </a:defRPr>
    </a:lvl7pPr>
    <a:lvl8pPr marL="4527286" algn="l" defTabSz="1293510" rtl="0" eaLnBrk="1" latinLnBrk="0" hangingPunct="1">
      <a:defRPr sz="1700" kern="1200">
        <a:solidFill>
          <a:schemeClr val="tx1"/>
        </a:solidFill>
        <a:latin typeface="+mn-lt"/>
        <a:ea typeface="+mn-ea"/>
        <a:cs typeface="+mn-cs"/>
      </a:defRPr>
    </a:lvl8pPr>
    <a:lvl9pPr marL="5174041" algn="l" defTabSz="1293510" rtl="0" eaLnBrk="1" latinLnBrk="0" hangingPunct="1">
      <a:defRPr sz="17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a:p>
        </p:txBody>
      </p:sp>
      <p:sp>
        <p:nvSpPr>
          <p:cNvPr id="4" name="Tijdelijke aanduiding voor dianummer 3"/>
          <p:cNvSpPr>
            <a:spLocks noGrp="1"/>
          </p:cNvSpPr>
          <p:nvPr>
            <p:ph type="sldNum" sz="quarter" idx="10"/>
          </p:nvPr>
        </p:nvSpPr>
        <p:spPr/>
        <p:txBody>
          <a:bodyPr/>
          <a:lstStyle/>
          <a:p>
            <a:fld id="{32A538A0-69D2-47C3-8E7F-63EBD8979BBB}" type="slidenum">
              <a:rPr lang="nl-NL" smtClean="0"/>
              <a:pPr/>
              <a:t>1</a:t>
            </a:fld>
            <a:endParaRPr lang="nl-NL"/>
          </a:p>
        </p:txBody>
      </p:sp>
    </p:spTree>
    <p:extLst>
      <p:ext uri="{BB962C8B-B14F-4D97-AF65-F5344CB8AC3E}">
        <p14:creationId xmlns:p14="http://schemas.microsoft.com/office/powerpoint/2010/main" val="1119384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le 1"/>
          <p:cNvSpPr>
            <a:spLocks noGrp="1"/>
          </p:cNvSpPr>
          <p:nvPr>
            <p:ph type="ctrTitle"/>
          </p:nvPr>
        </p:nvSpPr>
        <p:spPr>
          <a:xfrm>
            <a:off x="2270998" y="13298392"/>
            <a:ext cx="25737979" cy="9176087"/>
          </a:xfrm>
        </p:spPr>
        <p:txBody>
          <a:bodyPr/>
          <a:lstStyle/>
          <a:p>
            <a:r>
              <a:rPr lang="nl-NL"/>
              <a:t>Klik om stijl te bewerken</a:t>
            </a:r>
          </a:p>
        </p:txBody>
      </p:sp>
      <p:sp>
        <p:nvSpPr>
          <p:cNvPr id="3" name="Subtitle 2"/>
          <p:cNvSpPr>
            <a:spLocks noGrp="1"/>
          </p:cNvSpPr>
          <p:nvPr>
            <p:ph type="subTitle" idx="1"/>
          </p:nvPr>
        </p:nvSpPr>
        <p:spPr>
          <a:xfrm>
            <a:off x="4541996" y="24258163"/>
            <a:ext cx="21195983" cy="10939957"/>
          </a:xfrm>
        </p:spPr>
        <p:txBody>
          <a:bodyPr/>
          <a:lstStyle>
            <a:lvl1pPr marL="0" indent="0" algn="ctr">
              <a:buNone/>
              <a:defRPr>
                <a:solidFill>
                  <a:schemeClr val="tx1">
                    <a:tint val="75000"/>
                  </a:schemeClr>
                </a:solidFill>
              </a:defRPr>
            </a:lvl1pPr>
            <a:lvl2pPr marL="2088179" indent="0" algn="ctr">
              <a:buNone/>
              <a:defRPr>
                <a:solidFill>
                  <a:schemeClr val="tx1">
                    <a:tint val="75000"/>
                  </a:schemeClr>
                </a:solidFill>
              </a:defRPr>
            </a:lvl2pPr>
            <a:lvl3pPr marL="4176356" indent="0" algn="ctr">
              <a:buNone/>
              <a:defRPr>
                <a:solidFill>
                  <a:schemeClr val="tx1">
                    <a:tint val="75000"/>
                  </a:schemeClr>
                </a:solidFill>
              </a:defRPr>
            </a:lvl3pPr>
            <a:lvl4pPr marL="6264535" indent="0" algn="ctr">
              <a:buNone/>
              <a:defRPr>
                <a:solidFill>
                  <a:schemeClr val="tx1">
                    <a:tint val="75000"/>
                  </a:schemeClr>
                </a:solidFill>
              </a:defRPr>
            </a:lvl4pPr>
            <a:lvl5pPr marL="8352714" indent="0" algn="ctr">
              <a:buNone/>
              <a:defRPr>
                <a:solidFill>
                  <a:schemeClr val="tx1">
                    <a:tint val="75000"/>
                  </a:schemeClr>
                </a:solidFill>
              </a:defRPr>
            </a:lvl5pPr>
            <a:lvl6pPr marL="10440891" indent="0" algn="ctr">
              <a:buNone/>
              <a:defRPr>
                <a:solidFill>
                  <a:schemeClr val="tx1">
                    <a:tint val="75000"/>
                  </a:schemeClr>
                </a:solidFill>
              </a:defRPr>
            </a:lvl6pPr>
            <a:lvl7pPr marL="12529070" indent="0" algn="ctr">
              <a:buNone/>
              <a:defRPr>
                <a:solidFill>
                  <a:schemeClr val="tx1">
                    <a:tint val="75000"/>
                  </a:schemeClr>
                </a:solidFill>
              </a:defRPr>
            </a:lvl7pPr>
            <a:lvl8pPr marL="14617247" indent="0" algn="ctr">
              <a:buNone/>
              <a:defRPr>
                <a:solidFill>
                  <a:schemeClr val="tx1">
                    <a:tint val="75000"/>
                  </a:schemeClr>
                </a:solidFill>
              </a:defRPr>
            </a:lvl8pPr>
            <a:lvl9pPr marL="16705426" indent="0" algn="ctr">
              <a:buNone/>
              <a:defRPr>
                <a:solidFill>
                  <a:schemeClr val="tx1">
                    <a:tint val="75000"/>
                  </a:schemeClr>
                </a:solidFill>
              </a:defRPr>
            </a:lvl9pPr>
          </a:lstStyle>
          <a:p>
            <a:r>
              <a:rPr lang="nl-NL"/>
              <a:t>Klikken om de ondertitelstijl van het model te bewerken</a:t>
            </a:r>
          </a:p>
        </p:txBody>
      </p:sp>
      <p:sp>
        <p:nvSpPr>
          <p:cNvPr id="4" name="Date Placeholder 3"/>
          <p:cNvSpPr>
            <a:spLocks noGrp="1"/>
          </p:cNvSpPr>
          <p:nvPr>
            <p:ph type="dt" sz="half" idx="10"/>
          </p:nvPr>
        </p:nvSpPr>
        <p:spPr/>
        <p:txBody>
          <a:bodyPr/>
          <a:lstStyle/>
          <a:p>
            <a:fld id="{D90DBD5B-FF4A-402E-8A8A-983BFB505810}" type="datetime1">
              <a:rPr lang="nl-NL" smtClean="0"/>
              <a:pPr/>
              <a:t>18-12-2025</a:t>
            </a:fld>
            <a:endParaRPr lang="nl-NL"/>
          </a:p>
        </p:txBody>
      </p:sp>
      <p:sp>
        <p:nvSpPr>
          <p:cNvPr id="5" name="Footer Placeholder 4"/>
          <p:cNvSpPr>
            <a:spLocks noGrp="1"/>
          </p:cNvSpPr>
          <p:nvPr>
            <p:ph type="ftr" sz="quarter" idx="11"/>
          </p:nvPr>
        </p:nvSpPr>
        <p:spPr/>
        <p:txBody>
          <a:bodyPr/>
          <a:lstStyle/>
          <a:p>
            <a:r>
              <a:rPr lang="nl-NL"/>
              <a:t>Step up to Saxion</a:t>
            </a:r>
          </a:p>
        </p:txBody>
      </p:sp>
      <p:sp>
        <p:nvSpPr>
          <p:cNvPr id="6" name="Slide Number Placeholder 5"/>
          <p:cNvSpPr>
            <a:spLocks noGrp="1"/>
          </p:cNvSpPr>
          <p:nvPr>
            <p:ph type="sldNum" sz="quarter" idx="12"/>
          </p:nvPr>
        </p:nvSpPr>
        <p:spPr/>
        <p:txBody>
          <a:bodyPr/>
          <a:lstStyle/>
          <a:p>
            <a:fld id="{AB280F5C-7F44-421D-8719-0532F3E715EF}" type="slidenum">
              <a:rPr lang="nl-NL" smtClean="0"/>
              <a:pPr/>
              <a:t>‹#›</a:t>
            </a:fld>
            <a:endParaRPr lang="nl-NL"/>
          </a:p>
        </p:txBody>
      </p:sp>
    </p:spTree>
    <p:extLst>
      <p:ext uri="{BB962C8B-B14F-4D97-AF65-F5344CB8AC3E}">
        <p14:creationId xmlns:p14="http://schemas.microsoft.com/office/powerpoint/2010/main" val="38614968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p>
        </p:txBody>
      </p:sp>
      <p:sp>
        <p:nvSpPr>
          <p:cNvPr id="3" name="Content Placeholder 2"/>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Date Placeholder 3"/>
          <p:cNvSpPr>
            <a:spLocks noGrp="1"/>
          </p:cNvSpPr>
          <p:nvPr>
            <p:ph type="dt" sz="half" idx="10"/>
          </p:nvPr>
        </p:nvSpPr>
        <p:spPr/>
        <p:txBody>
          <a:bodyPr/>
          <a:lstStyle/>
          <a:p>
            <a:fld id="{EE8C1BA0-96B8-4DE9-8EF7-6680FD9BFFD9}" type="datetime1">
              <a:rPr lang="nl-NL" smtClean="0"/>
              <a:pPr/>
              <a:t>18-12-2025</a:t>
            </a:fld>
            <a:endParaRPr lang="nl-NL"/>
          </a:p>
        </p:txBody>
      </p:sp>
      <p:sp>
        <p:nvSpPr>
          <p:cNvPr id="5" name="Footer Placeholder 4"/>
          <p:cNvSpPr>
            <a:spLocks noGrp="1"/>
          </p:cNvSpPr>
          <p:nvPr>
            <p:ph type="ftr" sz="quarter" idx="11"/>
          </p:nvPr>
        </p:nvSpPr>
        <p:spPr/>
        <p:txBody>
          <a:bodyPr/>
          <a:lstStyle/>
          <a:p>
            <a:r>
              <a:rPr lang="nl-NL"/>
              <a:t>Step up to Saxion</a:t>
            </a:r>
          </a:p>
        </p:txBody>
      </p:sp>
      <p:sp>
        <p:nvSpPr>
          <p:cNvPr id="6" name="Slide Number Placeholder 5"/>
          <p:cNvSpPr>
            <a:spLocks noGrp="1"/>
          </p:cNvSpPr>
          <p:nvPr>
            <p:ph type="sldNum" sz="quarter" idx="12"/>
          </p:nvPr>
        </p:nvSpPr>
        <p:spPr/>
        <p:txBody>
          <a:bodyPr/>
          <a:lstStyle/>
          <a:p>
            <a:fld id="{AB280F5C-7F44-421D-8719-0532F3E715EF}" type="slidenum">
              <a:rPr lang="nl-NL" smtClean="0"/>
              <a:pPr/>
              <a:t>‹#›</a:t>
            </a:fld>
            <a:endParaRPr lang="nl-NL"/>
          </a:p>
        </p:txBody>
      </p:sp>
    </p:spTree>
    <p:extLst>
      <p:ext uri="{BB962C8B-B14F-4D97-AF65-F5344CB8AC3E}">
        <p14:creationId xmlns:p14="http://schemas.microsoft.com/office/powerpoint/2010/main" val="2691159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le 1"/>
          <p:cNvSpPr>
            <a:spLocks noGrp="1"/>
          </p:cNvSpPr>
          <p:nvPr>
            <p:ph type="title"/>
          </p:nvPr>
        </p:nvSpPr>
        <p:spPr>
          <a:xfrm>
            <a:off x="2391909" y="27508445"/>
            <a:ext cx="25737979" cy="8502248"/>
          </a:xfrm>
        </p:spPr>
        <p:txBody>
          <a:bodyPr anchor="t"/>
          <a:lstStyle>
            <a:lvl1pPr algn="l">
              <a:defRPr sz="18200" b="1" cap="all"/>
            </a:lvl1pPr>
          </a:lstStyle>
          <a:p>
            <a:r>
              <a:rPr lang="nl-NL"/>
              <a:t>Klik om stijl te bewerken</a:t>
            </a:r>
          </a:p>
        </p:txBody>
      </p:sp>
      <p:sp>
        <p:nvSpPr>
          <p:cNvPr id="3" name="Text Placeholder 2"/>
          <p:cNvSpPr>
            <a:spLocks noGrp="1"/>
          </p:cNvSpPr>
          <p:nvPr>
            <p:ph type="body" idx="1"/>
          </p:nvPr>
        </p:nvSpPr>
        <p:spPr>
          <a:xfrm>
            <a:off x="2391909" y="18144083"/>
            <a:ext cx="25737979" cy="9364361"/>
          </a:xfrm>
        </p:spPr>
        <p:txBody>
          <a:bodyPr anchor="b"/>
          <a:lstStyle>
            <a:lvl1pPr marL="0" indent="0">
              <a:buNone/>
              <a:defRPr sz="9200">
                <a:solidFill>
                  <a:schemeClr val="tx1">
                    <a:tint val="75000"/>
                  </a:schemeClr>
                </a:solidFill>
              </a:defRPr>
            </a:lvl1pPr>
            <a:lvl2pPr marL="2088179" indent="0">
              <a:buNone/>
              <a:defRPr sz="8200">
                <a:solidFill>
                  <a:schemeClr val="tx1">
                    <a:tint val="75000"/>
                  </a:schemeClr>
                </a:solidFill>
              </a:defRPr>
            </a:lvl2pPr>
            <a:lvl3pPr marL="4176356" indent="0">
              <a:buNone/>
              <a:defRPr sz="7400">
                <a:solidFill>
                  <a:schemeClr val="tx1">
                    <a:tint val="75000"/>
                  </a:schemeClr>
                </a:solidFill>
              </a:defRPr>
            </a:lvl3pPr>
            <a:lvl4pPr marL="6264535" indent="0">
              <a:buNone/>
              <a:defRPr sz="6400">
                <a:solidFill>
                  <a:schemeClr val="tx1">
                    <a:tint val="75000"/>
                  </a:schemeClr>
                </a:solidFill>
              </a:defRPr>
            </a:lvl4pPr>
            <a:lvl5pPr marL="8352714" indent="0">
              <a:buNone/>
              <a:defRPr sz="6400">
                <a:solidFill>
                  <a:schemeClr val="tx1">
                    <a:tint val="75000"/>
                  </a:schemeClr>
                </a:solidFill>
              </a:defRPr>
            </a:lvl5pPr>
            <a:lvl6pPr marL="10440891" indent="0">
              <a:buNone/>
              <a:defRPr sz="6400">
                <a:solidFill>
                  <a:schemeClr val="tx1">
                    <a:tint val="75000"/>
                  </a:schemeClr>
                </a:solidFill>
              </a:defRPr>
            </a:lvl6pPr>
            <a:lvl7pPr marL="12529070" indent="0">
              <a:buNone/>
              <a:defRPr sz="6400">
                <a:solidFill>
                  <a:schemeClr val="tx1">
                    <a:tint val="75000"/>
                  </a:schemeClr>
                </a:solidFill>
              </a:defRPr>
            </a:lvl7pPr>
            <a:lvl8pPr marL="14617247" indent="0">
              <a:buNone/>
              <a:defRPr sz="6400">
                <a:solidFill>
                  <a:schemeClr val="tx1">
                    <a:tint val="75000"/>
                  </a:schemeClr>
                </a:solidFill>
              </a:defRPr>
            </a:lvl8pPr>
            <a:lvl9pPr marL="16705426" indent="0">
              <a:buNone/>
              <a:defRPr sz="6400">
                <a:solidFill>
                  <a:schemeClr val="tx1">
                    <a:tint val="75000"/>
                  </a:schemeClr>
                </a:solidFill>
              </a:defRPr>
            </a:lvl9pPr>
          </a:lstStyle>
          <a:p>
            <a:pPr lvl="0"/>
            <a:r>
              <a:rPr lang="nl-NL"/>
              <a:t>Klikken om de tekststijl van het model te bewerken</a:t>
            </a:r>
          </a:p>
        </p:txBody>
      </p:sp>
      <p:sp>
        <p:nvSpPr>
          <p:cNvPr id="4" name="Date Placeholder 3"/>
          <p:cNvSpPr>
            <a:spLocks noGrp="1"/>
          </p:cNvSpPr>
          <p:nvPr>
            <p:ph type="dt" sz="half" idx="10"/>
          </p:nvPr>
        </p:nvSpPr>
        <p:spPr/>
        <p:txBody>
          <a:bodyPr/>
          <a:lstStyle/>
          <a:p>
            <a:fld id="{A838540F-1CEC-4824-A90E-F2BCF9081926}" type="datetime1">
              <a:rPr lang="nl-NL" smtClean="0"/>
              <a:pPr/>
              <a:t>18-12-2025</a:t>
            </a:fld>
            <a:endParaRPr lang="nl-NL"/>
          </a:p>
        </p:txBody>
      </p:sp>
      <p:sp>
        <p:nvSpPr>
          <p:cNvPr id="5" name="Footer Placeholder 4"/>
          <p:cNvSpPr>
            <a:spLocks noGrp="1"/>
          </p:cNvSpPr>
          <p:nvPr>
            <p:ph type="ftr" sz="quarter" idx="11"/>
          </p:nvPr>
        </p:nvSpPr>
        <p:spPr/>
        <p:txBody>
          <a:bodyPr/>
          <a:lstStyle/>
          <a:p>
            <a:r>
              <a:rPr lang="nl-NL"/>
              <a:t>Step up to Saxion</a:t>
            </a:r>
          </a:p>
        </p:txBody>
      </p:sp>
      <p:sp>
        <p:nvSpPr>
          <p:cNvPr id="6" name="Slide Number Placeholder 5"/>
          <p:cNvSpPr>
            <a:spLocks noGrp="1"/>
          </p:cNvSpPr>
          <p:nvPr>
            <p:ph type="sldNum" sz="quarter" idx="12"/>
          </p:nvPr>
        </p:nvSpPr>
        <p:spPr/>
        <p:txBody>
          <a:bodyPr/>
          <a:lstStyle/>
          <a:p>
            <a:fld id="{AB280F5C-7F44-421D-8719-0532F3E715EF}" type="slidenum">
              <a:rPr lang="nl-NL" smtClean="0"/>
              <a:pPr/>
              <a:t>‹#›</a:t>
            </a:fld>
            <a:endParaRPr lang="nl-NL"/>
          </a:p>
        </p:txBody>
      </p:sp>
    </p:spTree>
    <p:extLst>
      <p:ext uri="{BB962C8B-B14F-4D97-AF65-F5344CB8AC3E}">
        <p14:creationId xmlns:p14="http://schemas.microsoft.com/office/powerpoint/2010/main" val="34684748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p>
        </p:txBody>
      </p:sp>
      <p:sp>
        <p:nvSpPr>
          <p:cNvPr id="3" name="Content Placeholder 2"/>
          <p:cNvSpPr>
            <a:spLocks noGrp="1"/>
          </p:cNvSpPr>
          <p:nvPr>
            <p:ph sz="half" idx="1"/>
          </p:nvPr>
        </p:nvSpPr>
        <p:spPr>
          <a:xfrm>
            <a:off x="3543180" y="44106657"/>
            <a:ext cx="31615237" cy="124739286"/>
          </a:xfrm>
        </p:spPr>
        <p:txBody>
          <a:bodyPr/>
          <a:lstStyle>
            <a:lvl1pPr>
              <a:defRPr sz="12700"/>
            </a:lvl1pPr>
            <a:lvl2pPr>
              <a:defRPr sz="10900"/>
            </a:lvl2pPr>
            <a:lvl3pPr>
              <a:defRPr sz="9200"/>
            </a:lvl3pPr>
            <a:lvl4pPr>
              <a:defRPr sz="8200"/>
            </a:lvl4pPr>
            <a:lvl5pPr>
              <a:defRPr sz="8200"/>
            </a:lvl5pPr>
            <a:lvl6pPr>
              <a:defRPr sz="8200"/>
            </a:lvl6pPr>
            <a:lvl7pPr>
              <a:defRPr sz="8200"/>
            </a:lvl7pPr>
            <a:lvl8pPr>
              <a:defRPr sz="8200"/>
            </a:lvl8pPr>
            <a:lvl9pPr>
              <a:defRPr sz="82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Content Placeholder 3"/>
          <p:cNvSpPr>
            <a:spLocks noGrp="1"/>
          </p:cNvSpPr>
          <p:nvPr>
            <p:ph sz="half" idx="2"/>
          </p:nvPr>
        </p:nvSpPr>
        <p:spPr>
          <a:xfrm>
            <a:off x="35663083" y="44106657"/>
            <a:ext cx="31615237" cy="124739286"/>
          </a:xfrm>
        </p:spPr>
        <p:txBody>
          <a:bodyPr/>
          <a:lstStyle>
            <a:lvl1pPr>
              <a:defRPr sz="12700"/>
            </a:lvl1pPr>
            <a:lvl2pPr>
              <a:defRPr sz="10900"/>
            </a:lvl2pPr>
            <a:lvl3pPr>
              <a:defRPr sz="9200"/>
            </a:lvl3pPr>
            <a:lvl4pPr>
              <a:defRPr sz="8200"/>
            </a:lvl4pPr>
            <a:lvl5pPr>
              <a:defRPr sz="8200"/>
            </a:lvl5pPr>
            <a:lvl6pPr>
              <a:defRPr sz="8200"/>
            </a:lvl6pPr>
            <a:lvl7pPr>
              <a:defRPr sz="8200"/>
            </a:lvl7pPr>
            <a:lvl8pPr>
              <a:defRPr sz="8200"/>
            </a:lvl8pPr>
            <a:lvl9pPr>
              <a:defRPr sz="82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Date Placeholder 4"/>
          <p:cNvSpPr>
            <a:spLocks noGrp="1"/>
          </p:cNvSpPr>
          <p:nvPr>
            <p:ph type="dt" sz="half" idx="10"/>
          </p:nvPr>
        </p:nvSpPr>
        <p:spPr/>
        <p:txBody>
          <a:bodyPr/>
          <a:lstStyle/>
          <a:p>
            <a:fld id="{9DC7F459-FF75-4105-A523-AE31CD662C7D}" type="datetime1">
              <a:rPr lang="nl-NL" smtClean="0"/>
              <a:pPr/>
              <a:t>18-12-2025</a:t>
            </a:fld>
            <a:endParaRPr lang="nl-NL"/>
          </a:p>
        </p:txBody>
      </p:sp>
      <p:sp>
        <p:nvSpPr>
          <p:cNvPr id="6" name="Footer Placeholder 5"/>
          <p:cNvSpPr>
            <a:spLocks noGrp="1"/>
          </p:cNvSpPr>
          <p:nvPr>
            <p:ph type="ftr" sz="quarter" idx="11"/>
          </p:nvPr>
        </p:nvSpPr>
        <p:spPr/>
        <p:txBody>
          <a:bodyPr/>
          <a:lstStyle/>
          <a:p>
            <a:r>
              <a:rPr lang="nl-NL"/>
              <a:t>Step up to Saxion</a:t>
            </a:r>
          </a:p>
        </p:txBody>
      </p:sp>
      <p:sp>
        <p:nvSpPr>
          <p:cNvPr id="7" name="Slide Number Placeholder 6"/>
          <p:cNvSpPr>
            <a:spLocks noGrp="1"/>
          </p:cNvSpPr>
          <p:nvPr>
            <p:ph type="sldNum" sz="quarter" idx="12"/>
          </p:nvPr>
        </p:nvSpPr>
        <p:spPr/>
        <p:txBody>
          <a:bodyPr/>
          <a:lstStyle/>
          <a:p>
            <a:fld id="{AB280F5C-7F44-421D-8719-0532F3E715EF}" type="slidenum">
              <a:rPr lang="nl-NL" smtClean="0"/>
              <a:pPr/>
              <a:t>‹#›</a:t>
            </a:fld>
            <a:endParaRPr lang="nl-NL"/>
          </a:p>
        </p:txBody>
      </p:sp>
    </p:spTree>
    <p:extLst>
      <p:ext uri="{BB962C8B-B14F-4D97-AF65-F5344CB8AC3E}">
        <p14:creationId xmlns:p14="http://schemas.microsoft.com/office/powerpoint/2010/main" val="2169951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le 1"/>
          <p:cNvSpPr>
            <a:spLocks noGrp="1"/>
          </p:cNvSpPr>
          <p:nvPr>
            <p:ph type="title"/>
          </p:nvPr>
        </p:nvSpPr>
        <p:spPr>
          <a:xfrm>
            <a:off x="1513999" y="1714327"/>
            <a:ext cx="27251978" cy="7134755"/>
          </a:xfrm>
        </p:spPr>
        <p:txBody>
          <a:bodyPr/>
          <a:lstStyle>
            <a:lvl1pPr>
              <a:defRPr/>
            </a:lvl1pPr>
          </a:lstStyle>
          <a:p>
            <a:r>
              <a:rPr lang="nl-NL"/>
              <a:t>Klik om stijl te bewerken</a:t>
            </a:r>
          </a:p>
        </p:txBody>
      </p:sp>
      <p:sp>
        <p:nvSpPr>
          <p:cNvPr id="3" name="Text Placeholder 2"/>
          <p:cNvSpPr>
            <a:spLocks noGrp="1"/>
          </p:cNvSpPr>
          <p:nvPr>
            <p:ph type="body" idx="1"/>
          </p:nvPr>
        </p:nvSpPr>
        <p:spPr>
          <a:xfrm>
            <a:off x="1514000" y="9582375"/>
            <a:ext cx="13378914" cy="3993477"/>
          </a:xfrm>
        </p:spPr>
        <p:txBody>
          <a:bodyPr anchor="b"/>
          <a:lstStyle>
            <a:lvl1pPr marL="0" indent="0">
              <a:buNone/>
              <a:defRPr sz="10900" b="1"/>
            </a:lvl1pPr>
            <a:lvl2pPr marL="2088179" indent="0">
              <a:buNone/>
              <a:defRPr sz="9200" b="1"/>
            </a:lvl2pPr>
            <a:lvl3pPr marL="4176356" indent="0">
              <a:buNone/>
              <a:defRPr sz="8200" b="1"/>
            </a:lvl3pPr>
            <a:lvl4pPr marL="6264535" indent="0">
              <a:buNone/>
              <a:defRPr sz="7400" b="1"/>
            </a:lvl4pPr>
            <a:lvl5pPr marL="8352714" indent="0">
              <a:buNone/>
              <a:defRPr sz="7400" b="1"/>
            </a:lvl5pPr>
            <a:lvl6pPr marL="10440891" indent="0">
              <a:buNone/>
              <a:defRPr sz="7400" b="1"/>
            </a:lvl6pPr>
            <a:lvl7pPr marL="12529070" indent="0">
              <a:buNone/>
              <a:defRPr sz="7400" b="1"/>
            </a:lvl7pPr>
            <a:lvl8pPr marL="14617247" indent="0">
              <a:buNone/>
              <a:defRPr sz="7400" b="1"/>
            </a:lvl8pPr>
            <a:lvl9pPr marL="16705426" indent="0">
              <a:buNone/>
              <a:defRPr sz="7400" b="1"/>
            </a:lvl9pPr>
          </a:lstStyle>
          <a:p>
            <a:pPr lvl="0"/>
            <a:r>
              <a:rPr lang="nl-NL"/>
              <a:t>Klikken om de tekststijl van het model te bewerken</a:t>
            </a:r>
          </a:p>
        </p:txBody>
      </p:sp>
      <p:sp>
        <p:nvSpPr>
          <p:cNvPr id="4" name="Content Placeholder 3"/>
          <p:cNvSpPr>
            <a:spLocks noGrp="1"/>
          </p:cNvSpPr>
          <p:nvPr>
            <p:ph sz="half" idx="2"/>
          </p:nvPr>
        </p:nvSpPr>
        <p:spPr>
          <a:xfrm>
            <a:off x="1514000" y="13575851"/>
            <a:ext cx="13378914" cy="24664452"/>
          </a:xfrm>
        </p:spPr>
        <p:txBody>
          <a:bodyPr/>
          <a:lstStyle>
            <a:lvl1pPr>
              <a:defRPr sz="10900"/>
            </a:lvl1pPr>
            <a:lvl2pPr>
              <a:defRPr sz="9200"/>
            </a:lvl2pPr>
            <a:lvl3pPr>
              <a:defRPr sz="8200"/>
            </a:lvl3pPr>
            <a:lvl4pPr>
              <a:defRPr sz="7400"/>
            </a:lvl4pPr>
            <a:lvl5pPr>
              <a:defRPr sz="7400"/>
            </a:lvl5pPr>
            <a:lvl6pPr>
              <a:defRPr sz="7400"/>
            </a:lvl6pPr>
            <a:lvl7pPr>
              <a:defRPr sz="7400"/>
            </a:lvl7pPr>
            <a:lvl8pPr>
              <a:defRPr sz="7400"/>
            </a:lvl8pPr>
            <a:lvl9pPr>
              <a:defRPr sz="74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ext Placeholder 4"/>
          <p:cNvSpPr>
            <a:spLocks noGrp="1"/>
          </p:cNvSpPr>
          <p:nvPr>
            <p:ph type="body" sz="quarter" idx="3"/>
          </p:nvPr>
        </p:nvSpPr>
        <p:spPr>
          <a:xfrm>
            <a:off x="15381808" y="9582375"/>
            <a:ext cx="13384170" cy="3993477"/>
          </a:xfrm>
        </p:spPr>
        <p:txBody>
          <a:bodyPr anchor="b"/>
          <a:lstStyle>
            <a:lvl1pPr marL="0" indent="0">
              <a:buNone/>
              <a:defRPr sz="10900" b="1"/>
            </a:lvl1pPr>
            <a:lvl2pPr marL="2088179" indent="0">
              <a:buNone/>
              <a:defRPr sz="9200" b="1"/>
            </a:lvl2pPr>
            <a:lvl3pPr marL="4176356" indent="0">
              <a:buNone/>
              <a:defRPr sz="8200" b="1"/>
            </a:lvl3pPr>
            <a:lvl4pPr marL="6264535" indent="0">
              <a:buNone/>
              <a:defRPr sz="7400" b="1"/>
            </a:lvl4pPr>
            <a:lvl5pPr marL="8352714" indent="0">
              <a:buNone/>
              <a:defRPr sz="7400" b="1"/>
            </a:lvl5pPr>
            <a:lvl6pPr marL="10440891" indent="0">
              <a:buNone/>
              <a:defRPr sz="7400" b="1"/>
            </a:lvl6pPr>
            <a:lvl7pPr marL="12529070" indent="0">
              <a:buNone/>
              <a:defRPr sz="7400" b="1"/>
            </a:lvl7pPr>
            <a:lvl8pPr marL="14617247" indent="0">
              <a:buNone/>
              <a:defRPr sz="7400" b="1"/>
            </a:lvl8pPr>
            <a:lvl9pPr marL="16705426" indent="0">
              <a:buNone/>
              <a:defRPr sz="7400" b="1"/>
            </a:lvl9pPr>
          </a:lstStyle>
          <a:p>
            <a:pPr lvl="0"/>
            <a:r>
              <a:rPr lang="nl-NL"/>
              <a:t>Klikken om de tekststijl van het model te bewerken</a:t>
            </a:r>
          </a:p>
        </p:txBody>
      </p:sp>
      <p:sp>
        <p:nvSpPr>
          <p:cNvPr id="6" name="Content Placeholder 5"/>
          <p:cNvSpPr>
            <a:spLocks noGrp="1"/>
          </p:cNvSpPr>
          <p:nvPr>
            <p:ph sz="quarter" idx="4"/>
          </p:nvPr>
        </p:nvSpPr>
        <p:spPr>
          <a:xfrm>
            <a:off x="15381808" y="13575851"/>
            <a:ext cx="13384170" cy="24664452"/>
          </a:xfrm>
        </p:spPr>
        <p:txBody>
          <a:bodyPr/>
          <a:lstStyle>
            <a:lvl1pPr>
              <a:defRPr sz="10900"/>
            </a:lvl1pPr>
            <a:lvl2pPr>
              <a:defRPr sz="9200"/>
            </a:lvl2pPr>
            <a:lvl3pPr>
              <a:defRPr sz="8200"/>
            </a:lvl3pPr>
            <a:lvl4pPr>
              <a:defRPr sz="7400"/>
            </a:lvl4pPr>
            <a:lvl5pPr>
              <a:defRPr sz="7400"/>
            </a:lvl5pPr>
            <a:lvl6pPr>
              <a:defRPr sz="7400"/>
            </a:lvl6pPr>
            <a:lvl7pPr>
              <a:defRPr sz="7400"/>
            </a:lvl7pPr>
            <a:lvl8pPr>
              <a:defRPr sz="7400"/>
            </a:lvl8pPr>
            <a:lvl9pPr>
              <a:defRPr sz="74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7" name="Date Placeholder 6"/>
          <p:cNvSpPr>
            <a:spLocks noGrp="1"/>
          </p:cNvSpPr>
          <p:nvPr>
            <p:ph type="dt" sz="half" idx="10"/>
          </p:nvPr>
        </p:nvSpPr>
        <p:spPr/>
        <p:txBody>
          <a:bodyPr/>
          <a:lstStyle/>
          <a:p>
            <a:fld id="{E5A43094-818F-4E76-BBFE-6657B786367C}" type="datetime1">
              <a:rPr lang="nl-NL" smtClean="0"/>
              <a:pPr/>
              <a:t>18-12-2025</a:t>
            </a:fld>
            <a:endParaRPr lang="nl-NL"/>
          </a:p>
        </p:txBody>
      </p:sp>
      <p:sp>
        <p:nvSpPr>
          <p:cNvPr id="8" name="Footer Placeholder 7"/>
          <p:cNvSpPr>
            <a:spLocks noGrp="1"/>
          </p:cNvSpPr>
          <p:nvPr>
            <p:ph type="ftr" sz="quarter" idx="11"/>
          </p:nvPr>
        </p:nvSpPr>
        <p:spPr/>
        <p:txBody>
          <a:bodyPr/>
          <a:lstStyle/>
          <a:p>
            <a:r>
              <a:rPr lang="nl-NL"/>
              <a:t>Step up to Saxion</a:t>
            </a:r>
          </a:p>
        </p:txBody>
      </p:sp>
      <p:sp>
        <p:nvSpPr>
          <p:cNvPr id="9" name="Slide Number Placeholder 8"/>
          <p:cNvSpPr>
            <a:spLocks noGrp="1"/>
          </p:cNvSpPr>
          <p:nvPr>
            <p:ph type="sldNum" sz="quarter" idx="12"/>
          </p:nvPr>
        </p:nvSpPr>
        <p:spPr/>
        <p:txBody>
          <a:bodyPr/>
          <a:lstStyle/>
          <a:p>
            <a:fld id="{AB280F5C-7F44-421D-8719-0532F3E715EF}" type="slidenum">
              <a:rPr lang="nl-NL" smtClean="0"/>
              <a:pPr/>
              <a:t>‹#›</a:t>
            </a:fld>
            <a:endParaRPr lang="nl-NL"/>
          </a:p>
        </p:txBody>
      </p:sp>
    </p:spTree>
    <p:extLst>
      <p:ext uri="{BB962C8B-B14F-4D97-AF65-F5344CB8AC3E}">
        <p14:creationId xmlns:p14="http://schemas.microsoft.com/office/powerpoint/2010/main" val="27638356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p>
        </p:txBody>
      </p:sp>
      <p:sp>
        <p:nvSpPr>
          <p:cNvPr id="3" name="Date Placeholder 2"/>
          <p:cNvSpPr>
            <a:spLocks noGrp="1"/>
          </p:cNvSpPr>
          <p:nvPr>
            <p:ph type="dt" sz="half" idx="10"/>
          </p:nvPr>
        </p:nvSpPr>
        <p:spPr/>
        <p:txBody>
          <a:bodyPr/>
          <a:lstStyle/>
          <a:p>
            <a:fld id="{5ADB305B-01A1-4FEC-AE39-0AD513EA4569}" type="datetime1">
              <a:rPr lang="nl-NL" smtClean="0"/>
              <a:pPr/>
              <a:t>18-12-2025</a:t>
            </a:fld>
            <a:endParaRPr lang="nl-NL"/>
          </a:p>
        </p:txBody>
      </p:sp>
      <p:sp>
        <p:nvSpPr>
          <p:cNvPr id="4" name="Footer Placeholder 3"/>
          <p:cNvSpPr>
            <a:spLocks noGrp="1"/>
          </p:cNvSpPr>
          <p:nvPr>
            <p:ph type="ftr" sz="quarter" idx="11"/>
          </p:nvPr>
        </p:nvSpPr>
        <p:spPr/>
        <p:txBody>
          <a:bodyPr/>
          <a:lstStyle/>
          <a:p>
            <a:r>
              <a:rPr lang="nl-NL"/>
              <a:t>Step up to Saxion</a:t>
            </a:r>
          </a:p>
        </p:txBody>
      </p:sp>
      <p:sp>
        <p:nvSpPr>
          <p:cNvPr id="5" name="Slide Number Placeholder 4"/>
          <p:cNvSpPr>
            <a:spLocks noGrp="1"/>
          </p:cNvSpPr>
          <p:nvPr>
            <p:ph type="sldNum" sz="quarter" idx="12"/>
          </p:nvPr>
        </p:nvSpPr>
        <p:spPr/>
        <p:txBody>
          <a:bodyPr/>
          <a:lstStyle/>
          <a:p>
            <a:fld id="{AB280F5C-7F44-421D-8719-0532F3E715EF}" type="slidenum">
              <a:rPr lang="nl-NL" smtClean="0"/>
              <a:pPr/>
              <a:t>‹#›</a:t>
            </a:fld>
            <a:endParaRPr lang="nl-NL"/>
          </a:p>
        </p:txBody>
      </p:sp>
    </p:spTree>
    <p:extLst>
      <p:ext uri="{BB962C8B-B14F-4D97-AF65-F5344CB8AC3E}">
        <p14:creationId xmlns:p14="http://schemas.microsoft.com/office/powerpoint/2010/main" val="18837935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EEC031-31BE-4039-B207-54D9DAE22726}" type="datetime1">
              <a:rPr lang="nl-NL" smtClean="0"/>
              <a:pPr/>
              <a:t>18-12-2025</a:t>
            </a:fld>
            <a:endParaRPr lang="nl-NL"/>
          </a:p>
        </p:txBody>
      </p:sp>
      <p:sp>
        <p:nvSpPr>
          <p:cNvPr id="3" name="Footer Placeholder 2"/>
          <p:cNvSpPr>
            <a:spLocks noGrp="1"/>
          </p:cNvSpPr>
          <p:nvPr>
            <p:ph type="ftr" sz="quarter" idx="11"/>
          </p:nvPr>
        </p:nvSpPr>
        <p:spPr/>
        <p:txBody>
          <a:bodyPr/>
          <a:lstStyle/>
          <a:p>
            <a:r>
              <a:rPr lang="nl-NL"/>
              <a:t>Step up to Saxion</a:t>
            </a:r>
          </a:p>
        </p:txBody>
      </p:sp>
      <p:sp>
        <p:nvSpPr>
          <p:cNvPr id="4" name="Slide Number Placeholder 3"/>
          <p:cNvSpPr>
            <a:spLocks noGrp="1"/>
          </p:cNvSpPr>
          <p:nvPr>
            <p:ph type="sldNum" sz="quarter" idx="12"/>
          </p:nvPr>
        </p:nvSpPr>
        <p:spPr/>
        <p:txBody>
          <a:bodyPr/>
          <a:lstStyle/>
          <a:p>
            <a:fld id="{AB280F5C-7F44-421D-8719-0532F3E715EF}" type="slidenum">
              <a:rPr lang="nl-NL" smtClean="0"/>
              <a:pPr/>
              <a:t>‹#›</a:t>
            </a:fld>
            <a:endParaRPr lang="nl-NL"/>
          </a:p>
        </p:txBody>
      </p:sp>
    </p:spTree>
    <p:extLst>
      <p:ext uri="{BB962C8B-B14F-4D97-AF65-F5344CB8AC3E}">
        <p14:creationId xmlns:p14="http://schemas.microsoft.com/office/powerpoint/2010/main" val="34809386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le 1"/>
          <p:cNvSpPr>
            <a:spLocks noGrp="1"/>
          </p:cNvSpPr>
          <p:nvPr>
            <p:ph type="title"/>
          </p:nvPr>
        </p:nvSpPr>
        <p:spPr>
          <a:xfrm>
            <a:off x="1514000" y="1704413"/>
            <a:ext cx="9961903" cy="7253667"/>
          </a:xfrm>
        </p:spPr>
        <p:txBody>
          <a:bodyPr anchor="b"/>
          <a:lstStyle>
            <a:lvl1pPr algn="l">
              <a:defRPr sz="9200" b="1"/>
            </a:lvl1pPr>
          </a:lstStyle>
          <a:p>
            <a:r>
              <a:rPr lang="nl-NL"/>
              <a:t>Klik om stijl te bewerken</a:t>
            </a:r>
          </a:p>
        </p:txBody>
      </p:sp>
      <p:sp>
        <p:nvSpPr>
          <p:cNvPr id="3" name="Content Placeholder 2"/>
          <p:cNvSpPr>
            <a:spLocks noGrp="1"/>
          </p:cNvSpPr>
          <p:nvPr>
            <p:ph idx="1"/>
          </p:nvPr>
        </p:nvSpPr>
        <p:spPr>
          <a:xfrm>
            <a:off x="11838630" y="1704417"/>
            <a:ext cx="16927347" cy="36535890"/>
          </a:xfrm>
        </p:spPr>
        <p:txBody>
          <a:bodyPr/>
          <a:lstStyle>
            <a:lvl1pPr>
              <a:defRPr sz="14600"/>
            </a:lvl1pPr>
            <a:lvl2pPr>
              <a:defRPr sz="12700"/>
            </a:lvl2pPr>
            <a:lvl3pPr>
              <a:defRPr sz="10900"/>
            </a:lvl3pPr>
            <a:lvl4pPr>
              <a:defRPr sz="9200"/>
            </a:lvl4pPr>
            <a:lvl5pPr>
              <a:defRPr sz="9200"/>
            </a:lvl5pPr>
            <a:lvl6pPr>
              <a:defRPr sz="9200"/>
            </a:lvl6pPr>
            <a:lvl7pPr>
              <a:defRPr sz="9200"/>
            </a:lvl7pPr>
            <a:lvl8pPr>
              <a:defRPr sz="9200"/>
            </a:lvl8pPr>
            <a:lvl9pPr>
              <a:defRPr sz="92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ext Placeholder 3"/>
          <p:cNvSpPr>
            <a:spLocks noGrp="1"/>
          </p:cNvSpPr>
          <p:nvPr>
            <p:ph type="body" sz="half" idx="2"/>
          </p:nvPr>
        </p:nvSpPr>
        <p:spPr>
          <a:xfrm>
            <a:off x="1514000" y="8958083"/>
            <a:ext cx="9961903" cy="29282223"/>
          </a:xfrm>
        </p:spPr>
        <p:txBody>
          <a:bodyPr/>
          <a:lstStyle>
            <a:lvl1pPr marL="0" indent="0">
              <a:buNone/>
              <a:defRPr sz="6400"/>
            </a:lvl1pPr>
            <a:lvl2pPr marL="2088179" indent="0">
              <a:buNone/>
              <a:defRPr sz="5500"/>
            </a:lvl2pPr>
            <a:lvl3pPr marL="4176356" indent="0">
              <a:buNone/>
              <a:defRPr sz="4500"/>
            </a:lvl3pPr>
            <a:lvl4pPr marL="6264535" indent="0">
              <a:buNone/>
              <a:defRPr sz="4100"/>
            </a:lvl4pPr>
            <a:lvl5pPr marL="8352714" indent="0">
              <a:buNone/>
              <a:defRPr sz="4100"/>
            </a:lvl5pPr>
            <a:lvl6pPr marL="10440891" indent="0">
              <a:buNone/>
              <a:defRPr sz="4100"/>
            </a:lvl6pPr>
            <a:lvl7pPr marL="12529070" indent="0">
              <a:buNone/>
              <a:defRPr sz="4100"/>
            </a:lvl7pPr>
            <a:lvl8pPr marL="14617247" indent="0">
              <a:buNone/>
              <a:defRPr sz="4100"/>
            </a:lvl8pPr>
            <a:lvl9pPr marL="16705426" indent="0">
              <a:buNone/>
              <a:defRPr sz="4100"/>
            </a:lvl9pPr>
          </a:lstStyle>
          <a:p>
            <a:pPr lvl="0"/>
            <a:r>
              <a:rPr lang="nl-NL"/>
              <a:t>Klikken om de tekststijl van het model te bewerken</a:t>
            </a:r>
          </a:p>
        </p:txBody>
      </p:sp>
      <p:sp>
        <p:nvSpPr>
          <p:cNvPr id="5" name="Date Placeholder 4"/>
          <p:cNvSpPr>
            <a:spLocks noGrp="1"/>
          </p:cNvSpPr>
          <p:nvPr>
            <p:ph type="dt" sz="half" idx="10"/>
          </p:nvPr>
        </p:nvSpPr>
        <p:spPr/>
        <p:txBody>
          <a:bodyPr/>
          <a:lstStyle/>
          <a:p>
            <a:fld id="{A4B1C866-3F76-4687-A1C3-62757EC48CB9}" type="datetime1">
              <a:rPr lang="nl-NL" smtClean="0"/>
              <a:pPr/>
              <a:t>18-12-2025</a:t>
            </a:fld>
            <a:endParaRPr lang="nl-NL"/>
          </a:p>
        </p:txBody>
      </p:sp>
      <p:sp>
        <p:nvSpPr>
          <p:cNvPr id="6" name="Footer Placeholder 5"/>
          <p:cNvSpPr>
            <a:spLocks noGrp="1"/>
          </p:cNvSpPr>
          <p:nvPr>
            <p:ph type="ftr" sz="quarter" idx="11"/>
          </p:nvPr>
        </p:nvSpPr>
        <p:spPr/>
        <p:txBody>
          <a:bodyPr/>
          <a:lstStyle/>
          <a:p>
            <a:r>
              <a:rPr lang="nl-NL"/>
              <a:t>Step up to Saxion</a:t>
            </a:r>
          </a:p>
        </p:txBody>
      </p:sp>
      <p:sp>
        <p:nvSpPr>
          <p:cNvPr id="7" name="Slide Number Placeholder 6"/>
          <p:cNvSpPr>
            <a:spLocks noGrp="1"/>
          </p:cNvSpPr>
          <p:nvPr>
            <p:ph type="sldNum" sz="quarter" idx="12"/>
          </p:nvPr>
        </p:nvSpPr>
        <p:spPr/>
        <p:txBody>
          <a:bodyPr/>
          <a:lstStyle/>
          <a:p>
            <a:fld id="{AB280F5C-7F44-421D-8719-0532F3E715EF}" type="slidenum">
              <a:rPr lang="nl-NL" smtClean="0"/>
              <a:pPr/>
              <a:t>‹#›</a:t>
            </a:fld>
            <a:endParaRPr lang="nl-NL"/>
          </a:p>
        </p:txBody>
      </p:sp>
    </p:spTree>
    <p:extLst>
      <p:ext uri="{BB962C8B-B14F-4D97-AF65-F5344CB8AC3E}">
        <p14:creationId xmlns:p14="http://schemas.microsoft.com/office/powerpoint/2010/main" val="1288482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le 1"/>
          <p:cNvSpPr>
            <a:spLocks noGrp="1"/>
          </p:cNvSpPr>
          <p:nvPr>
            <p:ph type="title"/>
          </p:nvPr>
        </p:nvSpPr>
        <p:spPr>
          <a:xfrm>
            <a:off x="5935086" y="29965967"/>
            <a:ext cx="18167985" cy="3537652"/>
          </a:xfrm>
        </p:spPr>
        <p:txBody>
          <a:bodyPr anchor="b"/>
          <a:lstStyle>
            <a:lvl1pPr algn="l">
              <a:defRPr sz="9200" b="1"/>
            </a:lvl1pPr>
          </a:lstStyle>
          <a:p>
            <a:r>
              <a:rPr lang="nl-NL"/>
              <a:t>Klik om stijl te bewerken</a:t>
            </a:r>
          </a:p>
        </p:txBody>
      </p:sp>
      <p:sp>
        <p:nvSpPr>
          <p:cNvPr id="3" name="Picture Placeholder 2"/>
          <p:cNvSpPr>
            <a:spLocks noGrp="1"/>
          </p:cNvSpPr>
          <p:nvPr>
            <p:ph type="pic" idx="1"/>
          </p:nvPr>
        </p:nvSpPr>
        <p:spPr>
          <a:xfrm>
            <a:off x="5935086" y="3825022"/>
            <a:ext cx="18167985" cy="25685115"/>
          </a:xfrm>
        </p:spPr>
        <p:txBody>
          <a:bodyPr/>
          <a:lstStyle>
            <a:lvl1pPr marL="0" indent="0">
              <a:buNone/>
              <a:defRPr sz="14600"/>
            </a:lvl1pPr>
            <a:lvl2pPr marL="2088179" indent="0">
              <a:buNone/>
              <a:defRPr sz="12700"/>
            </a:lvl2pPr>
            <a:lvl3pPr marL="4176356" indent="0">
              <a:buNone/>
              <a:defRPr sz="10900"/>
            </a:lvl3pPr>
            <a:lvl4pPr marL="6264535" indent="0">
              <a:buNone/>
              <a:defRPr sz="9200"/>
            </a:lvl4pPr>
            <a:lvl5pPr marL="8352714" indent="0">
              <a:buNone/>
              <a:defRPr sz="9200"/>
            </a:lvl5pPr>
            <a:lvl6pPr marL="10440891" indent="0">
              <a:buNone/>
              <a:defRPr sz="9200"/>
            </a:lvl6pPr>
            <a:lvl7pPr marL="12529070" indent="0">
              <a:buNone/>
              <a:defRPr sz="9200"/>
            </a:lvl7pPr>
            <a:lvl8pPr marL="14617247" indent="0">
              <a:buNone/>
              <a:defRPr sz="9200"/>
            </a:lvl8pPr>
            <a:lvl9pPr marL="16705426" indent="0">
              <a:buNone/>
              <a:defRPr sz="9200"/>
            </a:lvl9pPr>
          </a:lstStyle>
          <a:p>
            <a:r>
              <a:rPr lang="nl-NL"/>
              <a:t>Klik op het pictogram als u een afbeelding wilt toevoegen</a:t>
            </a:r>
          </a:p>
        </p:txBody>
      </p:sp>
      <p:sp>
        <p:nvSpPr>
          <p:cNvPr id="4" name="Text Placeholder 3"/>
          <p:cNvSpPr>
            <a:spLocks noGrp="1"/>
          </p:cNvSpPr>
          <p:nvPr>
            <p:ph type="body" sz="half" idx="2"/>
          </p:nvPr>
        </p:nvSpPr>
        <p:spPr>
          <a:xfrm>
            <a:off x="5935086" y="33503620"/>
            <a:ext cx="18167985" cy="5024053"/>
          </a:xfrm>
        </p:spPr>
        <p:txBody>
          <a:bodyPr/>
          <a:lstStyle>
            <a:lvl1pPr marL="0" indent="0">
              <a:buNone/>
              <a:defRPr sz="6400"/>
            </a:lvl1pPr>
            <a:lvl2pPr marL="2088179" indent="0">
              <a:buNone/>
              <a:defRPr sz="5500"/>
            </a:lvl2pPr>
            <a:lvl3pPr marL="4176356" indent="0">
              <a:buNone/>
              <a:defRPr sz="4500"/>
            </a:lvl3pPr>
            <a:lvl4pPr marL="6264535" indent="0">
              <a:buNone/>
              <a:defRPr sz="4100"/>
            </a:lvl4pPr>
            <a:lvl5pPr marL="8352714" indent="0">
              <a:buNone/>
              <a:defRPr sz="4100"/>
            </a:lvl5pPr>
            <a:lvl6pPr marL="10440891" indent="0">
              <a:buNone/>
              <a:defRPr sz="4100"/>
            </a:lvl6pPr>
            <a:lvl7pPr marL="12529070" indent="0">
              <a:buNone/>
              <a:defRPr sz="4100"/>
            </a:lvl7pPr>
            <a:lvl8pPr marL="14617247" indent="0">
              <a:buNone/>
              <a:defRPr sz="4100"/>
            </a:lvl8pPr>
            <a:lvl9pPr marL="16705426" indent="0">
              <a:buNone/>
              <a:defRPr sz="4100"/>
            </a:lvl9pPr>
          </a:lstStyle>
          <a:p>
            <a:pPr lvl="0"/>
            <a:r>
              <a:rPr lang="nl-NL"/>
              <a:t>Klikken om de tekststijl van het model te bewerken</a:t>
            </a:r>
          </a:p>
        </p:txBody>
      </p:sp>
      <p:sp>
        <p:nvSpPr>
          <p:cNvPr id="5" name="Date Placeholder 4"/>
          <p:cNvSpPr>
            <a:spLocks noGrp="1"/>
          </p:cNvSpPr>
          <p:nvPr>
            <p:ph type="dt" sz="half" idx="10"/>
          </p:nvPr>
        </p:nvSpPr>
        <p:spPr/>
        <p:txBody>
          <a:bodyPr/>
          <a:lstStyle/>
          <a:p>
            <a:fld id="{35AA82EF-B0F9-4A43-A02F-003D2949500A}" type="datetime1">
              <a:rPr lang="nl-NL" smtClean="0"/>
              <a:pPr/>
              <a:t>18-12-2025</a:t>
            </a:fld>
            <a:endParaRPr lang="nl-NL"/>
          </a:p>
        </p:txBody>
      </p:sp>
      <p:sp>
        <p:nvSpPr>
          <p:cNvPr id="6" name="Footer Placeholder 5"/>
          <p:cNvSpPr>
            <a:spLocks noGrp="1"/>
          </p:cNvSpPr>
          <p:nvPr>
            <p:ph type="ftr" sz="quarter" idx="11"/>
          </p:nvPr>
        </p:nvSpPr>
        <p:spPr/>
        <p:txBody>
          <a:bodyPr/>
          <a:lstStyle/>
          <a:p>
            <a:r>
              <a:rPr lang="nl-NL"/>
              <a:t>Step up to Saxion</a:t>
            </a:r>
          </a:p>
        </p:txBody>
      </p:sp>
      <p:sp>
        <p:nvSpPr>
          <p:cNvPr id="7" name="Slide Number Placeholder 6"/>
          <p:cNvSpPr>
            <a:spLocks noGrp="1"/>
          </p:cNvSpPr>
          <p:nvPr>
            <p:ph type="sldNum" sz="quarter" idx="12"/>
          </p:nvPr>
        </p:nvSpPr>
        <p:spPr/>
        <p:txBody>
          <a:bodyPr/>
          <a:lstStyle/>
          <a:p>
            <a:fld id="{AB280F5C-7F44-421D-8719-0532F3E715EF}" type="slidenum">
              <a:rPr lang="nl-NL" smtClean="0"/>
              <a:pPr/>
              <a:t>‹#›</a:t>
            </a:fld>
            <a:endParaRPr lang="nl-NL"/>
          </a:p>
        </p:txBody>
      </p:sp>
    </p:spTree>
    <p:extLst>
      <p:ext uri="{BB962C8B-B14F-4D97-AF65-F5344CB8AC3E}">
        <p14:creationId xmlns:p14="http://schemas.microsoft.com/office/powerpoint/2010/main" val="10964812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a:t>Klik om stijl te bewerken</a:t>
            </a:r>
          </a:p>
        </p:txBody>
      </p:sp>
      <p:sp>
        <p:nvSpPr>
          <p:cNvPr id="3" name="Vertical Text Placeholder 2"/>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Date Placeholder 3"/>
          <p:cNvSpPr>
            <a:spLocks noGrp="1"/>
          </p:cNvSpPr>
          <p:nvPr>
            <p:ph type="dt" sz="half" idx="10"/>
          </p:nvPr>
        </p:nvSpPr>
        <p:spPr/>
        <p:txBody>
          <a:bodyPr/>
          <a:lstStyle/>
          <a:p>
            <a:fld id="{D0A264A1-B203-42AA-9DD5-8C99FDEAFA44}" type="datetime1">
              <a:rPr lang="nl-NL" smtClean="0"/>
              <a:pPr/>
              <a:t>18-12-2025</a:t>
            </a:fld>
            <a:endParaRPr lang="nl-NL"/>
          </a:p>
        </p:txBody>
      </p:sp>
      <p:sp>
        <p:nvSpPr>
          <p:cNvPr id="5" name="Footer Placeholder 4"/>
          <p:cNvSpPr>
            <a:spLocks noGrp="1"/>
          </p:cNvSpPr>
          <p:nvPr>
            <p:ph type="ftr" sz="quarter" idx="11"/>
          </p:nvPr>
        </p:nvSpPr>
        <p:spPr/>
        <p:txBody>
          <a:bodyPr/>
          <a:lstStyle/>
          <a:p>
            <a:r>
              <a:rPr lang="nl-NL"/>
              <a:t>Step up to Saxion</a:t>
            </a:r>
          </a:p>
        </p:txBody>
      </p:sp>
      <p:sp>
        <p:nvSpPr>
          <p:cNvPr id="6" name="Slide Number Placeholder 5"/>
          <p:cNvSpPr>
            <a:spLocks noGrp="1"/>
          </p:cNvSpPr>
          <p:nvPr>
            <p:ph type="sldNum" sz="quarter" idx="12"/>
          </p:nvPr>
        </p:nvSpPr>
        <p:spPr/>
        <p:txBody>
          <a:bodyPr/>
          <a:lstStyle/>
          <a:p>
            <a:fld id="{AB280F5C-7F44-421D-8719-0532F3E715EF}" type="slidenum">
              <a:rPr lang="nl-NL" smtClean="0"/>
              <a:pPr/>
              <a:t>‹#›</a:t>
            </a:fld>
            <a:endParaRPr lang="nl-NL"/>
          </a:p>
        </p:txBody>
      </p:sp>
    </p:spTree>
    <p:extLst>
      <p:ext uri="{BB962C8B-B14F-4D97-AF65-F5344CB8AC3E}">
        <p14:creationId xmlns:p14="http://schemas.microsoft.com/office/powerpoint/2010/main" val="10324522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1344535" y="7570770"/>
            <a:ext cx="15933784" cy="161275175"/>
          </a:xfrm>
        </p:spPr>
        <p:txBody>
          <a:bodyPr vert="eaVert"/>
          <a:lstStyle/>
          <a:p>
            <a:r>
              <a:rPr lang="nl-NL"/>
              <a:t>Klik om stijl te bewerken</a:t>
            </a:r>
          </a:p>
        </p:txBody>
      </p:sp>
      <p:sp>
        <p:nvSpPr>
          <p:cNvPr id="3" name="Vertical Text Placeholder 2"/>
          <p:cNvSpPr>
            <a:spLocks noGrp="1"/>
          </p:cNvSpPr>
          <p:nvPr>
            <p:ph type="body" orient="vert" idx="1"/>
          </p:nvPr>
        </p:nvSpPr>
        <p:spPr>
          <a:xfrm>
            <a:off x="3543179" y="7570770"/>
            <a:ext cx="47296691" cy="161275175"/>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Date Placeholder 3"/>
          <p:cNvSpPr>
            <a:spLocks noGrp="1"/>
          </p:cNvSpPr>
          <p:nvPr>
            <p:ph type="dt" sz="half" idx="10"/>
          </p:nvPr>
        </p:nvSpPr>
        <p:spPr/>
        <p:txBody>
          <a:bodyPr/>
          <a:lstStyle/>
          <a:p>
            <a:fld id="{D68CB035-89A0-433A-9713-49BD7CBED8E3}" type="datetime1">
              <a:rPr lang="nl-NL" smtClean="0"/>
              <a:pPr/>
              <a:t>18-12-2025</a:t>
            </a:fld>
            <a:endParaRPr lang="nl-NL"/>
          </a:p>
        </p:txBody>
      </p:sp>
      <p:sp>
        <p:nvSpPr>
          <p:cNvPr id="5" name="Footer Placeholder 4"/>
          <p:cNvSpPr>
            <a:spLocks noGrp="1"/>
          </p:cNvSpPr>
          <p:nvPr>
            <p:ph type="ftr" sz="quarter" idx="11"/>
          </p:nvPr>
        </p:nvSpPr>
        <p:spPr/>
        <p:txBody>
          <a:bodyPr/>
          <a:lstStyle/>
          <a:p>
            <a:r>
              <a:rPr lang="nl-NL"/>
              <a:t>Step up to Saxion</a:t>
            </a:r>
          </a:p>
        </p:txBody>
      </p:sp>
      <p:sp>
        <p:nvSpPr>
          <p:cNvPr id="6" name="Slide Number Placeholder 5"/>
          <p:cNvSpPr>
            <a:spLocks noGrp="1"/>
          </p:cNvSpPr>
          <p:nvPr>
            <p:ph type="sldNum" sz="quarter" idx="12"/>
          </p:nvPr>
        </p:nvSpPr>
        <p:spPr/>
        <p:txBody>
          <a:bodyPr/>
          <a:lstStyle/>
          <a:p>
            <a:fld id="{AB280F5C-7F44-421D-8719-0532F3E715EF}" type="slidenum">
              <a:rPr lang="nl-NL" smtClean="0"/>
              <a:pPr/>
              <a:t>‹#›</a:t>
            </a:fld>
            <a:endParaRPr lang="nl-NL"/>
          </a:p>
        </p:txBody>
      </p:sp>
    </p:spTree>
    <p:extLst>
      <p:ext uri="{BB962C8B-B14F-4D97-AF65-F5344CB8AC3E}">
        <p14:creationId xmlns:p14="http://schemas.microsoft.com/office/powerpoint/2010/main" val="8109166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13999" y="1714327"/>
            <a:ext cx="27251978" cy="7134755"/>
          </a:xfrm>
          <a:prstGeom prst="rect">
            <a:avLst/>
          </a:prstGeom>
        </p:spPr>
        <p:txBody>
          <a:bodyPr vert="horz" lIns="417635" tIns="208818" rIns="417635" bIns="208818" rtlCol="0" anchor="ctr">
            <a:normAutofit/>
          </a:bodyPr>
          <a:lstStyle/>
          <a:p>
            <a:r>
              <a:rPr lang="nl-NL"/>
              <a:t>Klik om stijl te bewerken</a:t>
            </a:r>
          </a:p>
        </p:txBody>
      </p:sp>
      <p:sp>
        <p:nvSpPr>
          <p:cNvPr id="3" name="Text Placeholder 2"/>
          <p:cNvSpPr>
            <a:spLocks noGrp="1"/>
          </p:cNvSpPr>
          <p:nvPr>
            <p:ph type="body" idx="1"/>
          </p:nvPr>
        </p:nvSpPr>
        <p:spPr>
          <a:xfrm>
            <a:off x="1513999" y="9988659"/>
            <a:ext cx="27251978" cy="28251648"/>
          </a:xfrm>
          <a:prstGeom prst="rect">
            <a:avLst/>
          </a:prstGeom>
        </p:spPr>
        <p:txBody>
          <a:bodyPr vert="horz" lIns="417635" tIns="208818" rIns="417635" bIns="208818"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Date Placeholder 3"/>
          <p:cNvSpPr>
            <a:spLocks noGrp="1"/>
          </p:cNvSpPr>
          <p:nvPr>
            <p:ph type="dt" sz="half" idx="2"/>
          </p:nvPr>
        </p:nvSpPr>
        <p:spPr>
          <a:xfrm>
            <a:off x="1513999" y="39677164"/>
            <a:ext cx="7065327" cy="2279157"/>
          </a:xfrm>
          <a:prstGeom prst="rect">
            <a:avLst/>
          </a:prstGeom>
        </p:spPr>
        <p:txBody>
          <a:bodyPr vert="horz" lIns="417635" tIns="208818" rIns="417635" bIns="208818" rtlCol="0" anchor="ctr"/>
          <a:lstStyle>
            <a:lvl1pPr algn="l">
              <a:defRPr sz="5500">
                <a:solidFill>
                  <a:schemeClr val="tx1">
                    <a:tint val="75000"/>
                  </a:schemeClr>
                </a:solidFill>
              </a:defRPr>
            </a:lvl1pPr>
          </a:lstStyle>
          <a:p>
            <a:fld id="{93D918B5-2049-4DD6-89BD-103D0F8B031C}" type="datetime1">
              <a:rPr lang="nl-NL" smtClean="0"/>
              <a:pPr/>
              <a:t>18-12-2025</a:t>
            </a:fld>
            <a:endParaRPr lang="nl-NL"/>
          </a:p>
        </p:txBody>
      </p:sp>
      <p:sp>
        <p:nvSpPr>
          <p:cNvPr id="5" name="Footer Placeholder 4"/>
          <p:cNvSpPr>
            <a:spLocks noGrp="1"/>
          </p:cNvSpPr>
          <p:nvPr>
            <p:ph type="ftr" sz="quarter" idx="3"/>
          </p:nvPr>
        </p:nvSpPr>
        <p:spPr>
          <a:xfrm>
            <a:off x="10345659" y="39677164"/>
            <a:ext cx="9588659" cy="2279157"/>
          </a:xfrm>
          <a:prstGeom prst="rect">
            <a:avLst/>
          </a:prstGeom>
        </p:spPr>
        <p:txBody>
          <a:bodyPr vert="horz" lIns="417635" tIns="208818" rIns="417635" bIns="208818" rtlCol="0" anchor="ctr"/>
          <a:lstStyle>
            <a:lvl1pPr algn="ctr">
              <a:defRPr sz="5500">
                <a:solidFill>
                  <a:schemeClr val="tx1">
                    <a:tint val="75000"/>
                  </a:schemeClr>
                </a:solidFill>
              </a:defRPr>
            </a:lvl1pPr>
          </a:lstStyle>
          <a:p>
            <a:r>
              <a:rPr lang="nl-NL"/>
              <a:t>Step up to Saxion</a:t>
            </a:r>
          </a:p>
        </p:txBody>
      </p:sp>
      <p:sp>
        <p:nvSpPr>
          <p:cNvPr id="6" name="Slide Number Placeholder 5"/>
          <p:cNvSpPr>
            <a:spLocks noGrp="1"/>
          </p:cNvSpPr>
          <p:nvPr>
            <p:ph type="sldNum" sz="quarter" idx="4"/>
          </p:nvPr>
        </p:nvSpPr>
        <p:spPr>
          <a:xfrm>
            <a:off x="21700650" y="39677164"/>
            <a:ext cx="7065327" cy="2279157"/>
          </a:xfrm>
          <a:prstGeom prst="rect">
            <a:avLst/>
          </a:prstGeom>
        </p:spPr>
        <p:txBody>
          <a:bodyPr vert="horz" lIns="417635" tIns="208818" rIns="417635" bIns="208818" rtlCol="0" anchor="ctr"/>
          <a:lstStyle>
            <a:lvl1pPr algn="r">
              <a:defRPr sz="5500">
                <a:solidFill>
                  <a:schemeClr val="tx1">
                    <a:tint val="75000"/>
                  </a:schemeClr>
                </a:solidFill>
              </a:defRPr>
            </a:lvl1pPr>
          </a:lstStyle>
          <a:p>
            <a:fld id="{AB280F5C-7F44-421D-8719-0532F3E715EF}" type="slidenum">
              <a:rPr lang="nl-NL" smtClean="0"/>
              <a:pPr/>
              <a:t>‹#›</a:t>
            </a:fld>
            <a:endParaRPr lang="nl-NL"/>
          </a:p>
        </p:txBody>
      </p:sp>
    </p:spTree>
    <p:extLst>
      <p:ext uri="{BB962C8B-B14F-4D97-AF65-F5344CB8AC3E}">
        <p14:creationId xmlns:p14="http://schemas.microsoft.com/office/powerpoint/2010/main" val="3262108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4176356" rtl="0" eaLnBrk="1" latinLnBrk="0" hangingPunct="1">
        <a:spcBef>
          <a:spcPct val="0"/>
        </a:spcBef>
        <a:buNone/>
        <a:defRPr sz="20100" kern="1200">
          <a:solidFill>
            <a:schemeClr val="tx1"/>
          </a:solidFill>
          <a:latin typeface="+mj-lt"/>
          <a:ea typeface="+mj-ea"/>
          <a:cs typeface="+mj-cs"/>
        </a:defRPr>
      </a:lvl1pPr>
    </p:titleStyle>
    <p:bodyStyle>
      <a:lvl1pPr marL="1566133" indent="-1566133" algn="l" defTabSz="4176356" rtl="0" eaLnBrk="1" latinLnBrk="0" hangingPunct="1">
        <a:spcBef>
          <a:spcPct val="20000"/>
        </a:spcBef>
        <a:buFont typeface="Arial" pitchFamily="34" charset="0"/>
        <a:buChar char="•"/>
        <a:defRPr sz="14600" kern="1200">
          <a:solidFill>
            <a:schemeClr val="tx1"/>
          </a:solidFill>
          <a:latin typeface="+mn-lt"/>
          <a:ea typeface="+mn-ea"/>
          <a:cs typeface="+mn-cs"/>
        </a:defRPr>
      </a:lvl1pPr>
      <a:lvl2pPr marL="3393290" indent="-1305111" algn="l" defTabSz="4176356" rtl="0" eaLnBrk="1" latinLnBrk="0" hangingPunct="1">
        <a:spcBef>
          <a:spcPct val="20000"/>
        </a:spcBef>
        <a:buFont typeface="Arial" pitchFamily="34" charset="0"/>
        <a:buChar char="–"/>
        <a:defRPr sz="12700" kern="1200">
          <a:solidFill>
            <a:schemeClr val="tx1"/>
          </a:solidFill>
          <a:latin typeface="+mn-lt"/>
          <a:ea typeface="+mn-ea"/>
          <a:cs typeface="+mn-cs"/>
        </a:defRPr>
      </a:lvl2pPr>
      <a:lvl3pPr marL="5220445" indent="-1044089" algn="l" defTabSz="4176356" rtl="0" eaLnBrk="1" latinLnBrk="0" hangingPunct="1">
        <a:spcBef>
          <a:spcPct val="20000"/>
        </a:spcBef>
        <a:buFont typeface="Arial" pitchFamily="34" charset="0"/>
        <a:buChar char="•"/>
        <a:defRPr sz="10900" kern="1200">
          <a:solidFill>
            <a:schemeClr val="tx1"/>
          </a:solidFill>
          <a:latin typeface="+mn-lt"/>
          <a:ea typeface="+mn-ea"/>
          <a:cs typeface="+mn-cs"/>
        </a:defRPr>
      </a:lvl3pPr>
      <a:lvl4pPr marL="7308624" indent="-1044089" algn="l" defTabSz="4176356" rtl="0" eaLnBrk="1" latinLnBrk="0" hangingPunct="1">
        <a:spcBef>
          <a:spcPct val="20000"/>
        </a:spcBef>
        <a:buFont typeface="Arial" pitchFamily="34" charset="0"/>
        <a:buChar char="–"/>
        <a:defRPr sz="9200" kern="1200">
          <a:solidFill>
            <a:schemeClr val="tx1"/>
          </a:solidFill>
          <a:latin typeface="+mn-lt"/>
          <a:ea typeface="+mn-ea"/>
          <a:cs typeface="+mn-cs"/>
        </a:defRPr>
      </a:lvl4pPr>
      <a:lvl5pPr marL="9396802" indent="-1044089" algn="l" defTabSz="4176356" rtl="0" eaLnBrk="1" latinLnBrk="0" hangingPunct="1">
        <a:spcBef>
          <a:spcPct val="20000"/>
        </a:spcBef>
        <a:buFont typeface="Arial" pitchFamily="34" charset="0"/>
        <a:buChar char="»"/>
        <a:defRPr sz="9200" kern="1200">
          <a:solidFill>
            <a:schemeClr val="tx1"/>
          </a:solidFill>
          <a:latin typeface="+mn-lt"/>
          <a:ea typeface="+mn-ea"/>
          <a:cs typeface="+mn-cs"/>
        </a:defRPr>
      </a:lvl5pPr>
      <a:lvl6pPr marL="11484980" indent="-1044089" algn="l" defTabSz="4176356" rtl="0" eaLnBrk="1" latinLnBrk="0" hangingPunct="1">
        <a:spcBef>
          <a:spcPct val="20000"/>
        </a:spcBef>
        <a:buFont typeface="Arial" pitchFamily="34" charset="0"/>
        <a:buChar char="•"/>
        <a:defRPr sz="9200" kern="1200">
          <a:solidFill>
            <a:schemeClr val="tx1"/>
          </a:solidFill>
          <a:latin typeface="+mn-lt"/>
          <a:ea typeface="+mn-ea"/>
          <a:cs typeface="+mn-cs"/>
        </a:defRPr>
      </a:lvl6pPr>
      <a:lvl7pPr marL="13573159" indent="-1044089" algn="l" defTabSz="4176356" rtl="0" eaLnBrk="1" latinLnBrk="0" hangingPunct="1">
        <a:spcBef>
          <a:spcPct val="20000"/>
        </a:spcBef>
        <a:buFont typeface="Arial" pitchFamily="34" charset="0"/>
        <a:buChar char="•"/>
        <a:defRPr sz="9200" kern="1200">
          <a:solidFill>
            <a:schemeClr val="tx1"/>
          </a:solidFill>
          <a:latin typeface="+mn-lt"/>
          <a:ea typeface="+mn-ea"/>
          <a:cs typeface="+mn-cs"/>
        </a:defRPr>
      </a:lvl7pPr>
      <a:lvl8pPr marL="15661336" indent="-1044089" algn="l" defTabSz="4176356" rtl="0" eaLnBrk="1" latinLnBrk="0" hangingPunct="1">
        <a:spcBef>
          <a:spcPct val="20000"/>
        </a:spcBef>
        <a:buFont typeface="Arial" pitchFamily="34" charset="0"/>
        <a:buChar char="•"/>
        <a:defRPr sz="9200" kern="1200">
          <a:solidFill>
            <a:schemeClr val="tx1"/>
          </a:solidFill>
          <a:latin typeface="+mn-lt"/>
          <a:ea typeface="+mn-ea"/>
          <a:cs typeface="+mn-cs"/>
        </a:defRPr>
      </a:lvl8pPr>
      <a:lvl9pPr marL="17749515" indent="-1044089" algn="l" defTabSz="4176356" rtl="0" eaLnBrk="1" latinLnBrk="0" hangingPunct="1">
        <a:spcBef>
          <a:spcPct val="20000"/>
        </a:spcBef>
        <a:buFont typeface="Arial" pitchFamily="34" charset="0"/>
        <a:buChar char="•"/>
        <a:defRPr sz="9200" kern="1200">
          <a:solidFill>
            <a:schemeClr val="tx1"/>
          </a:solidFill>
          <a:latin typeface="+mn-lt"/>
          <a:ea typeface="+mn-ea"/>
          <a:cs typeface="+mn-cs"/>
        </a:defRPr>
      </a:lvl9pPr>
    </p:bodyStyle>
    <p:otherStyle>
      <a:defPPr>
        <a:defRPr lang="nl-NL"/>
      </a:defPPr>
      <a:lvl1pPr marL="0" algn="l" defTabSz="4176356" rtl="0" eaLnBrk="1" latinLnBrk="0" hangingPunct="1">
        <a:defRPr sz="8200" kern="1200">
          <a:solidFill>
            <a:schemeClr val="tx1"/>
          </a:solidFill>
          <a:latin typeface="+mn-lt"/>
          <a:ea typeface="+mn-ea"/>
          <a:cs typeface="+mn-cs"/>
        </a:defRPr>
      </a:lvl1pPr>
      <a:lvl2pPr marL="2088179" algn="l" defTabSz="4176356" rtl="0" eaLnBrk="1" latinLnBrk="0" hangingPunct="1">
        <a:defRPr sz="8200" kern="1200">
          <a:solidFill>
            <a:schemeClr val="tx1"/>
          </a:solidFill>
          <a:latin typeface="+mn-lt"/>
          <a:ea typeface="+mn-ea"/>
          <a:cs typeface="+mn-cs"/>
        </a:defRPr>
      </a:lvl2pPr>
      <a:lvl3pPr marL="4176356" algn="l" defTabSz="4176356" rtl="0" eaLnBrk="1" latinLnBrk="0" hangingPunct="1">
        <a:defRPr sz="8200" kern="1200">
          <a:solidFill>
            <a:schemeClr val="tx1"/>
          </a:solidFill>
          <a:latin typeface="+mn-lt"/>
          <a:ea typeface="+mn-ea"/>
          <a:cs typeface="+mn-cs"/>
        </a:defRPr>
      </a:lvl3pPr>
      <a:lvl4pPr marL="6264535" algn="l" defTabSz="4176356" rtl="0" eaLnBrk="1" latinLnBrk="0" hangingPunct="1">
        <a:defRPr sz="8200" kern="1200">
          <a:solidFill>
            <a:schemeClr val="tx1"/>
          </a:solidFill>
          <a:latin typeface="+mn-lt"/>
          <a:ea typeface="+mn-ea"/>
          <a:cs typeface="+mn-cs"/>
        </a:defRPr>
      </a:lvl4pPr>
      <a:lvl5pPr marL="8352714" algn="l" defTabSz="4176356" rtl="0" eaLnBrk="1" latinLnBrk="0" hangingPunct="1">
        <a:defRPr sz="8200" kern="1200">
          <a:solidFill>
            <a:schemeClr val="tx1"/>
          </a:solidFill>
          <a:latin typeface="+mn-lt"/>
          <a:ea typeface="+mn-ea"/>
          <a:cs typeface="+mn-cs"/>
        </a:defRPr>
      </a:lvl5pPr>
      <a:lvl6pPr marL="10440891" algn="l" defTabSz="4176356" rtl="0" eaLnBrk="1" latinLnBrk="0" hangingPunct="1">
        <a:defRPr sz="8200" kern="1200">
          <a:solidFill>
            <a:schemeClr val="tx1"/>
          </a:solidFill>
          <a:latin typeface="+mn-lt"/>
          <a:ea typeface="+mn-ea"/>
          <a:cs typeface="+mn-cs"/>
        </a:defRPr>
      </a:lvl6pPr>
      <a:lvl7pPr marL="12529070" algn="l" defTabSz="4176356" rtl="0" eaLnBrk="1" latinLnBrk="0" hangingPunct="1">
        <a:defRPr sz="8200" kern="1200">
          <a:solidFill>
            <a:schemeClr val="tx1"/>
          </a:solidFill>
          <a:latin typeface="+mn-lt"/>
          <a:ea typeface="+mn-ea"/>
          <a:cs typeface="+mn-cs"/>
        </a:defRPr>
      </a:lvl7pPr>
      <a:lvl8pPr marL="14617247" algn="l" defTabSz="4176356" rtl="0" eaLnBrk="1" latinLnBrk="0" hangingPunct="1">
        <a:defRPr sz="8200" kern="1200">
          <a:solidFill>
            <a:schemeClr val="tx1"/>
          </a:solidFill>
          <a:latin typeface="+mn-lt"/>
          <a:ea typeface="+mn-ea"/>
          <a:cs typeface="+mn-cs"/>
        </a:defRPr>
      </a:lvl8pPr>
      <a:lvl9pPr marL="16705426" algn="l" defTabSz="4176356" rtl="0" eaLnBrk="1" latinLnBrk="0" hangingPunct="1">
        <a:defRPr sz="8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pn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jpeg"/><Relationship Id="rId5" Type="http://schemas.openxmlformats.org/officeDocument/2006/relationships/image" Target="../media/image3.jpeg"/><Relationship Id="rId10" Type="http://schemas.openxmlformats.org/officeDocument/2006/relationships/image" Target="../media/image8.jpeg"/><Relationship Id="rId4" Type="http://schemas.openxmlformats.org/officeDocument/2006/relationships/image" Target="../media/image2.png"/><Relationship Id="rId9"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Flecha: pentágono 28">
            <a:extLst>
              <a:ext uri="{FF2B5EF4-FFF2-40B4-BE49-F238E27FC236}">
                <a16:creationId xmlns:a16="http://schemas.microsoft.com/office/drawing/2014/main" id="{29EFC864-47AD-621E-3948-87D66256D199}"/>
              </a:ext>
            </a:extLst>
          </p:cNvPr>
          <p:cNvSpPr/>
          <p:nvPr/>
        </p:nvSpPr>
        <p:spPr>
          <a:xfrm>
            <a:off x="1544119" y="35174275"/>
            <a:ext cx="11772990" cy="410124"/>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grpSp>
        <p:nvGrpSpPr>
          <p:cNvPr id="2" name="Groep 1"/>
          <p:cNvGrpSpPr/>
          <p:nvPr/>
        </p:nvGrpSpPr>
        <p:grpSpPr>
          <a:xfrm>
            <a:off x="5755602" y="1363724"/>
            <a:ext cx="23930001" cy="7662142"/>
            <a:chOff x="5844817" y="967938"/>
            <a:chExt cx="23209492" cy="5940000"/>
          </a:xfrm>
        </p:grpSpPr>
        <p:sp>
          <p:nvSpPr>
            <p:cNvPr id="12" name="Rechthoek 11"/>
            <p:cNvSpPr/>
            <p:nvPr/>
          </p:nvSpPr>
          <p:spPr>
            <a:xfrm>
              <a:off x="5844817" y="967938"/>
              <a:ext cx="23209492" cy="5940000"/>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rtlCol="0" anchor="ctr" anchorCtr="1">
              <a:normAutofit/>
            </a:bodyPr>
            <a:lstStyle/>
            <a:p>
              <a:pPr algn="ctr"/>
              <a:endParaRPr lang="nl-NL" noProof="1">
                <a:solidFill>
                  <a:schemeClr val="bg1"/>
                </a:solidFill>
                <a:latin typeface="Lucida Sans Unicode" pitchFamily="34" charset="0"/>
                <a:cs typeface="Lucida Sans Unicode" pitchFamily="34" charset="0"/>
              </a:endParaRPr>
            </a:p>
          </p:txBody>
        </p:sp>
        <p:sp>
          <p:nvSpPr>
            <p:cNvPr id="11" name="Rechthoek 10"/>
            <p:cNvSpPr/>
            <p:nvPr/>
          </p:nvSpPr>
          <p:spPr>
            <a:xfrm>
              <a:off x="9275366" y="1003949"/>
              <a:ext cx="19718827" cy="4265294"/>
            </a:xfrm>
            <a:prstGeom prst="rect">
              <a:avLst/>
            </a:prstGeom>
            <a:solidFill>
              <a:srgbClr val="009C8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0000" rtlCol="0" anchor="ctr" anchorCtr="1">
              <a:noAutofit/>
            </a:bodyPr>
            <a:lstStyle/>
            <a:p>
              <a:pPr lvl="0" algn="r"/>
              <a:r>
                <a:rPr lang="nl-NL" sz="12000" noProof="1">
                  <a:solidFill>
                    <a:prstClr val="white"/>
                  </a:solidFill>
                  <a:latin typeface="Lucida Sans Unicode" pitchFamily="34" charset="0"/>
                  <a:cs typeface="Lucida Sans Unicode" pitchFamily="34" charset="0"/>
                </a:rPr>
                <a:t>   SCARA ARM ROBOT</a:t>
              </a:r>
            </a:p>
          </p:txBody>
        </p:sp>
      </p:grpSp>
      <p:sp>
        <p:nvSpPr>
          <p:cNvPr id="23" name="Tekstvak 20"/>
          <p:cNvSpPr txBox="1">
            <a:spLocks noChangeArrowheads="1"/>
          </p:cNvSpPr>
          <p:nvPr/>
        </p:nvSpPr>
        <p:spPr bwMode="auto">
          <a:xfrm>
            <a:off x="780322" y="10127293"/>
            <a:ext cx="13320000" cy="10064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eaLnBrk="0" hangingPunct="0">
              <a:defRPr sz="5800">
                <a:solidFill>
                  <a:schemeClr val="tx1"/>
                </a:solidFill>
                <a:latin typeface="Arial" charset="0"/>
                <a:cs typeface="Arial" charset="0"/>
              </a:defRPr>
            </a:lvl1pPr>
            <a:lvl2pPr marL="742950" indent="-285750" eaLnBrk="0" hangingPunct="0">
              <a:defRPr sz="5800">
                <a:solidFill>
                  <a:schemeClr val="tx1"/>
                </a:solidFill>
                <a:latin typeface="Arial" charset="0"/>
                <a:cs typeface="Arial" charset="0"/>
              </a:defRPr>
            </a:lvl2pPr>
            <a:lvl3pPr marL="1143000" indent="-228600" eaLnBrk="0" hangingPunct="0">
              <a:defRPr sz="5800">
                <a:solidFill>
                  <a:schemeClr val="tx1"/>
                </a:solidFill>
                <a:latin typeface="Arial" charset="0"/>
                <a:cs typeface="Arial" charset="0"/>
              </a:defRPr>
            </a:lvl3pPr>
            <a:lvl4pPr marL="1600200" indent="-228600" eaLnBrk="0" hangingPunct="0">
              <a:defRPr sz="5800">
                <a:solidFill>
                  <a:schemeClr val="tx1"/>
                </a:solidFill>
                <a:latin typeface="Arial" charset="0"/>
                <a:cs typeface="Arial" charset="0"/>
              </a:defRPr>
            </a:lvl4pPr>
            <a:lvl5pPr marL="2057400" indent="-228600" eaLnBrk="0" hangingPunct="0">
              <a:defRPr sz="5800">
                <a:solidFill>
                  <a:schemeClr val="tx1"/>
                </a:solidFill>
                <a:latin typeface="Arial" charset="0"/>
                <a:cs typeface="Arial" charset="0"/>
              </a:defRPr>
            </a:lvl5pPr>
            <a:lvl6pPr marL="2514600" indent="-228600" defTabSz="2951163" eaLnBrk="0" fontAlgn="base" hangingPunct="0">
              <a:spcBef>
                <a:spcPct val="0"/>
              </a:spcBef>
              <a:spcAft>
                <a:spcPct val="0"/>
              </a:spcAft>
              <a:defRPr sz="5800">
                <a:solidFill>
                  <a:schemeClr val="tx1"/>
                </a:solidFill>
                <a:latin typeface="Arial" charset="0"/>
                <a:cs typeface="Arial" charset="0"/>
              </a:defRPr>
            </a:lvl6pPr>
            <a:lvl7pPr marL="2971800" indent="-228600" defTabSz="2951163" eaLnBrk="0" fontAlgn="base" hangingPunct="0">
              <a:spcBef>
                <a:spcPct val="0"/>
              </a:spcBef>
              <a:spcAft>
                <a:spcPct val="0"/>
              </a:spcAft>
              <a:defRPr sz="5800">
                <a:solidFill>
                  <a:schemeClr val="tx1"/>
                </a:solidFill>
                <a:latin typeface="Arial" charset="0"/>
                <a:cs typeface="Arial" charset="0"/>
              </a:defRPr>
            </a:lvl7pPr>
            <a:lvl8pPr marL="3429000" indent="-228600" defTabSz="2951163" eaLnBrk="0" fontAlgn="base" hangingPunct="0">
              <a:spcBef>
                <a:spcPct val="0"/>
              </a:spcBef>
              <a:spcAft>
                <a:spcPct val="0"/>
              </a:spcAft>
              <a:defRPr sz="5800">
                <a:solidFill>
                  <a:schemeClr val="tx1"/>
                </a:solidFill>
                <a:latin typeface="Arial" charset="0"/>
                <a:cs typeface="Arial" charset="0"/>
              </a:defRPr>
            </a:lvl8pPr>
            <a:lvl9pPr marL="3886200" indent="-228600" defTabSz="2951163" eaLnBrk="0" fontAlgn="base" hangingPunct="0">
              <a:spcBef>
                <a:spcPct val="0"/>
              </a:spcBef>
              <a:spcAft>
                <a:spcPct val="0"/>
              </a:spcAft>
              <a:defRPr sz="5800">
                <a:solidFill>
                  <a:schemeClr val="tx1"/>
                </a:solidFill>
                <a:latin typeface="Arial" charset="0"/>
                <a:cs typeface="Arial" charset="0"/>
              </a:defRPr>
            </a:lvl9pPr>
          </a:lstStyle>
          <a:p>
            <a:pPr algn="just" eaLnBrk="1" hangingPunct="1"/>
            <a:r>
              <a:rPr lang="nl-NL" sz="3600" b="1" dirty="0">
                <a:latin typeface="Arial"/>
                <a:cs typeface="Arial"/>
              </a:rPr>
              <a:t>In order to achieve optimal results in modern agriculture, smart harvesting robots are the key to improve efficiency, reduce manual labor and waste. Using computer vision and sensors, the harvester can ensure optimal harvesting quality.</a:t>
            </a:r>
          </a:p>
          <a:p>
            <a:pPr algn="just" eaLnBrk="1" hangingPunct="1"/>
            <a:endParaRPr lang="nl-NL" sz="3600" b="1" dirty="0">
              <a:latin typeface="Arial"/>
              <a:cs typeface="Arial"/>
            </a:endParaRPr>
          </a:p>
          <a:p>
            <a:pPr algn="just" eaLnBrk="1" hangingPunct="1"/>
            <a:r>
              <a:rPr lang="nl-NL" sz="3600" b="1">
                <a:latin typeface="Arial"/>
                <a:cs typeface="Arial"/>
              </a:rPr>
              <a:t>The group is working </a:t>
            </a:r>
            <a:r>
              <a:rPr lang="nl-NL" sz="3600" b="1" dirty="0">
                <a:latin typeface="Arial"/>
                <a:cs typeface="Arial"/>
              </a:rPr>
              <a:t>on a fruit picking system that can detect the position and the ripeness of the fruit using a SCARA ARM Robot. Currently, we are working on designing the controller for all axis of the robot arm, researching sensors and looking for ways to implement these components.</a:t>
            </a:r>
          </a:p>
          <a:p>
            <a:pPr algn="just"/>
            <a:endParaRPr lang="nl-NL" sz="3600" b="1" dirty="0">
              <a:latin typeface="Arial"/>
              <a:cs typeface="Arial"/>
            </a:endParaRPr>
          </a:p>
          <a:p>
            <a:pPr algn="just"/>
            <a:r>
              <a:rPr lang="nl-NL" sz="3600" b="1" dirty="0">
                <a:latin typeface="Arial"/>
                <a:cs typeface="Arial"/>
              </a:rPr>
              <a:t>What makes this project challenging is learning new technologies such as EtherCAT slave controller, TwinCAT Beckhoff platform, and real-time implementation. </a:t>
            </a:r>
          </a:p>
          <a:p>
            <a:pPr algn="just" eaLnBrk="1" hangingPunct="1"/>
            <a:r>
              <a:rPr lang="nl-NL" sz="3600" b="1" dirty="0">
                <a:latin typeface="Arial"/>
                <a:cs typeface="Arial"/>
              </a:rPr>
              <a:t>	</a:t>
            </a:r>
          </a:p>
          <a:p>
            <a:pPr algn="just" eaLnBrk="1" hangingPunct="1"/>
            <a:endParaRPr lang="en-GB" sz="3600" b="1" dirty="0">
              <a:latin typeface="Arial"/>
              <a:cs typeface="Arial"/>
            </a:endParaRPr>
          </a:p>
        </p:txBody>
      </p:sp>
      <p:sp>
        <p:nvSpPr>
          <p:cNvPr id="36" name="Tekstvak 19"/>
          <p:cNvSpPr txBox="1">
            <a:spLocks noChangeArrowheads="1"/>
          </p:cNvSpPr>
          <p:nvPr/>
        </p:nvSpPr>
        <p:spPr bwMode="auto">
          <a:xfrm>
            <a:off x="600322" y="40556263"/>
            <a:ext cx="13680000" cy="584775"/>
          </a:xfrm>
          <a:prstGeom prst="rect">
            <a:avLst/>
          </a:prstGeom>
          <a:solidFill>
            <a:srgbClr val="009C82"/>
          </a:solidFill>
          <a:ln>
            <a:noFill/>
          </a:ln>
        </p:spPr>
        <p:txBody>
          <a:bodyPr wrap="square">
            <a:spAutoFit/>
          </a:bodyPr>
          <a:lstStyle>
            <a:lvl1pPr eaLnBrk="0" hangingPunct="0">
              <a:defRPr sz="5800">
                <a:solidFill>
                  <a:schemeClr val="tx1"/>
                </a:solidFill>
                <a:latin typeface="Arial" charset="0"/>
                <a:cs typeface="Arial" charset="0"/>
              </a:defRPr>
            </a:lvl1pPr>
            <a:lvl2pPr marL="742950" indent="-285750" eaLnBrk="0" hangingPunct="0">
              <a:defRPr sz="5800">
                <a:solidFill>
                  <a:schemeClr val="tx1"/>
                </a:solidFill>
                <a:latin typeface="Arial" charset="0"/>
                <a:cs typeface="Arial" charset="0"/>
              </a:defRPr>
            </a:lvl2pPr>
            <a:lvl3pPr marL="1143000" indent="-228600" eaLnBrk="0" hangingPunct="0">
              <a:defRPr sz="5800">
                <a:solidFill>
                  <a:schemeClr val="tx1"/>
                </a:solidFill>
                <a:latin typeface="Arial" charset="0"/>
                <a:cs typeface="Arial" charset="0"/>
              </a:defRPr>
            </a:lvl3pPr>
            <a:lvl4pPr marL="1600200" indent="-228600" eaLnBrk="0" hangingPunct="0">
              <a:defRPr sz="5800">
                <a:solidFill>
                  <a:schemeClr val="tx1"/>
                </a:solidFill>
                <a:latin typeface="Arial" charset="0"/>
                <a:cs typeface="Arial" charset="0"/>
              </a:defRPr>
            </a:lvl4pPr>
            <a:lvl5pPr marL="2057400" indent="-228600" eaLnBrk="0" hangingPunct="0">
              <a:defRPr sz="5800">
                <a:solidFill>
                  <a:schemeClr val="tx1"/>
                </a:solidFill>
                <a:latin typeface="Arial" charset="0"/>
                <a:cs typeface="Arial" charset="0"/>
              </a:defRPr>
            </a:lvl5pPr>
            <a:lvl6pPr marL="2514600" indent="-228600" defTabSz="2951163" eaLnBrk="0" fontAlgn="base" hangingPunct="0">
              <a:spcBef>
                <a:spcPct val="0"/>
              </a:spcBef>
              <a:spcAft>
                <a:spcPct val="0"/>
              </a:spcAft>
              <a:defRPr sz="5800">
                <a:solidFill>
                  <a:schemeClr val="tx1"/>
                </a:solidFill>
                <a:latin typeface="Arial" charset="0"/>
                <a:cs typeface="Arial" charset="0"/>
              </a:defRPr>
            </a:lvl6pPr>
            <a:lvl7pPr marL="2971800" indent="-228600" defTabSz="2951163" eaLnBrk="0" fontAlgn="base" hangingPunct="0">
              <a:spcBef>
                <a:spcPct val="0"/>
              </a:spcBef>
              <a:spcAft>
                <a:spcPct val="0"/>
              </a:spcAft>
              <a:defRPr sz="5800">
                <a:solidFill>
                  <a:schemeClr val="tx1"/>
                </a:solidFill>
                <a:latin typeface="Arial" charset="0"/>
                <a:cs typeface="Arial" charset="0"/>
              </a:defRPr>
            </a:lvl7pPr>
            <a:lvl8pPr marL="3429000" indent="-228600" defTabSz="2951163" eaLnBrk="0" fontAlgn="base" hangingPunct="0">
              <a:spcBef>
                <a:spcPct val="0"/>
              </a:spcBef>
              <a:spcAft>
                <a:spcPct val="0"/>
              </a:spcAft>
              <a:defRPr sz="5800">
                <a:solidFill>
                  <a:schemeClr val="tx1"/>
                </a:solidFill>
                <a:latin typeface="Arial" charset="0"/>
                <a:cs typeface="Arial" charset="0"/>
              </a:defRPr>
            </a:lvl8pPr>
            <a:lvl9pPr marL="3886200" indent="-228600" defTabSz="2951163" eaLnBrk="0" fontAlgn="base" hangingPunct="0">
              <a:spcBef>
                <a:spcPct val="0"/>
              </a:spcBef>
              <a:spcAft>
                <a:spcPct val="0"/>
              </a:spcAft>
              <a:defRPr sz="5800">
                <a:solidFill>
                  <a:schemeClr val="tx1"/>
                </a:solidFill>
                <a:latin typeface="Arial" charset="0"/>
                <a:cs typeface="Arial" charset="0"/>
              </a:defRPr>
            </a:lvl9pPr>
          </a:lstStyle>
          <a:p>
            <a:pPr algn="ctr" eaLnBrk="1" hangingPunct="1"/>
            <a:r>
              <a:rPr lang="nl-NL" altLang="nl-NL" sz="3200" b="1">
                <a:solidFill>
                  <a:schemeClr val="bg1"/>
                </a:solidFill>
                <a:latin typeface="Arial"/>
                <a:cs typeface="Arial"/>
              </a:rPr>
              <a:t>More information </a:t>
            </a:r>
            <a:r>
              <a:rPr lang="nl-NL" altLang="nl-NL" sz="3200" b="1" err="1">
                <a:solidFill>
                  <a:schemeClr val="bg1"/>
                </a:solidFill>
                <a:latin typeface="Arial"/>
                <a:cs typeface="Arial"/>
              </a:rPr>
              <a:t>can</a:t>
            </a:r>
            <a:r>
              <a:rPr lang="nl-NL" altLang="nl-NL" sz="3200" b="1">
                <a:solidFill>
                  <a:schemeClr val="bg1"/>
                </a:solidFill>
                <a:latin typeface="Arial"/>
                <a:cs typeface="Arial"/>
              </a:rPr>
              <a:t> </a:t>
            </a:r>
            <a:r>
              <a:rPr lang="nl-NL" altLang="nl-NL" sz="3200" b="1" err="1">
                <a:solidFill>
                  <a:schemeClr val="bg1"/>
                </a:solidFill>
                <a:latin typeface="Arial"/>
                <a:cs typeface="Arial"/>
              </a:rPr>
              <a:t>be</a:t>
            </a:r>
            <a:r>
              <a:rPr lang="nl-NL" altLang="nl-NL" sz="3200" b="1">
                <a:solidFill>
                  <a:schemeClr val="bg1"/>
                </a:solidFill>
                <a:latin typeface="Arial"/>
                <a:cs typeface="Arial"/>
              </a:rPr>
              <a:t> found on </a:t>
            </a:r>
            <a:r>
              <a:rPr lang="nl-NL" altLang="nl-NL" sz="3200" b="1" err="1">
                <a:solidFill>
                  <a:schemeClr val="bg1"/>
                </a:solidFill>
                <a:latin typeface="Arial"/>
                <a:cs typeface="Arial"/>
              </a:rPr>
              <a:t>our</a:t>
            </a:r>
            <a:r>
              <a:rPr lang="nl-NL" altLang="nl-NL" sz="3200" b="1">
                <a:solidFill>
                  <a:schemeClr val="bg1"/>
                </a:solidFill>
                <a:latin typeface="Arial"/>
                <a:cs typeface="Arial"/>
              </a:rPr>
              <a:t> website:</a:t>
            </a:r>
          </a:p>
        </p:txBody>
      </p:sp>
      <p:sp>
        <p:nvSpPr>
          <p:cNvPr id="38" name="Tekstvak 19"/>
          <p:cNvSpPr txBox="1">
            <a:spLocks noChangeArrowheads="1"/>
          </p:cNvSpPr>
          <p:nvPr/>
        </p:nvSpPr>
        <p:spPr bwMode="auto">
          <a:xfrm>
            <a:off x="15998502" y="40556263"/>
            <a:ext cx="13680000" cy="584775"/>
          </a:xfrm>
          <a:prstGeom prst="rect">
            <a:avLst/>
          </a:prstGeom>
          <a:solidFill>
            <a:srgbClr val="009C82"/>
          </a:solidFill>
          <a:ln>
            <a:noFill/>
          </a:ln>
        </p:spPr>
        <p:txBody>
          <a:bodyPr wrap="square">
            <a:spAutoFit/>
          </a:bodyPr>
          <a:lstStyle>
            <a:lvl1pPr eaLnBrk="0" hangingPunct="0">
              <a:defRPr sz="5800">
                <a:solidFill>
                  <a:schemeClr val="tx1"/>
                </a:solidFill>
                <a:latin typeface="Arial" charset="0"/>
                <a:cs typeface="Arial" charset="0"/>
              </a:defRPr>
            </a:lvl1pPr>
            <a:lvl2pPr marL="742950" indent="-285750" eaLnBrk="0" hangingPunct="0">
              <a:defRPr sz="5800">
                <a:solidFill>
                  <a:schemeClr val="tx1"/>
                </a:solidFill>
                <a:latin typeface="Arial" charset="0"/>
                <a:cs typeface="Arial" charset="0"/>
              </a:defRPr>
            </a:lvl2pPr>
            <a:lvl3pPr marL="1143000" indent="-228600" eaLnBrk="0" hangingPunct="0">
              <a:defRPr sz="5800">
                <a:solidFill>
                  <a:schemeClr val="tx1"/>
                </a:solidFill>
                <a:latin typeface="Arial" charset="0"/>
                <a:cs typeface="Arial" charset="0"/>
              </a:defRPr>
            </a:lvl3pPr>
            <a:lvl4pPr marL="1600200" indent="-228600" eaLnBrk="0" hangingPunct="0">
              <a:defRPr sz="5800">
                <a:solidFill>
                  <a:schemeClr val="tx1"/>
                </a:solidFill>
                <a:latin typeface="Arial" charset="0"/>
                <a:cs typeface="Arial" charset="0"/>
              </a:defRPr>
            </a:lvl4pPr>
            <a:lvl5pPr marL="2057400" indent="-228600" eaLnBrk="0" hangingPunct="0">
              <a:defRPr sz="5800">
                <a:solidFill>
                  <a:schemeClr val="tx1"/>
                </a:solidFill>
                <a:latin typeface="Arial" charset="0"/>
                <a:cs typeface="Arial" charset="0"/>
              </a:defRPr>
            </a:lvl5pPr>
            <a:lvl6pPr marL="2514600" indent="-228600" defTabSz="2951163" eaLnBrk="0" fontAlgn="base" hangingPunct="0">
              <a:spcBef>
                <a:spcPct val="0"/>
              </a:spcBef>
              <a:spcAft>
                <a:spcPct val="0"/>
              </a:spcAft>
              <a:defRPr sz="5800">
                <a:solidFill>
                  <a:schemeClr val="tx1"/>
                </a:solidFill>
                <a:latin typeface="Arial" charset="0"/>
                <a:cs typeface="Arial" charset="0"/>
              </a:defRPr>
            </a:lvl6pPr>
            <a:lvl7pPr marL="2971800" indent="-228600" defTabSz="2951163" eaLnBrk="0" fontAlgn="base" hangingPunct="0">
              <a:spcBef>
                <a:spcPct val="0"/>
              </a:spcBef>
              <a:spcAft>
                <a:spcPct val="0"/>
              </a:spcAft>
              <a:defRPr sz="5800">
                <a:solidFill>
                  <a:schemeClr val="tx1"/>
                </a:solidFill>
                <a:latin typeface="Arial" charset="0"/>
                <a:cs typeface="Arial" charset="0"/>
              </a:defRPr>
            </a:lvl7pPr>
            <a:lvl8pPr marL="3429000" indent="-228600" defTabSz="2951163" eaLnBrk="0" fontAlgn="base" hangingPunct="0">
              <a:spcBef>
                <a:spcPct val="0"/>
              </a:spcBef>
              <a:spcAft>
                <a:spcPct val="0"/>
              </a:spcAft>
              <a:defRPr sz="5800">
                <a:solidFill>
                  <a:schemeClr val="tx1"/>
                </a:solidFill>
                <a:latin typeface="Arial" charset="0"/>
                <a:cs typeface="Arial" charset="0"/>
              </a:defRPr>
            </a:lvl8pPr>
            <a:lvl9pPr marL="3886200" indent="-228600" defTabSz="2951163" eaLnBrk="0" fontAlgn="base" hangingPunct="0">
              <a:spcBef>
                <a:spcPct val="0"/>
              </a:spcBef>
              <a:spcAft>
                <a:spcPct val="0"/>
              </a:spcAft>
              <a:defRPr sz="5800">
                <a:solidFill>
                  <a:schemeClr val="tx1"/>
                </a:solidFill>
                <a:latin typeface="Arial" charset="0"/>
                <a:cs typeface="Arial" charset="0"/>
              </a:defRPr>
            </a:lvl9pPr>
          </a:lstStyle>
          <a:p>
            <a:pPr algn="ctr" eaLnBrk="1" hangingPunct="1"/>
            <a:r>
              <a:rPr lang="nl-NL" altLang="nl-NL" sz="3200" b="1">
                <a:solidFill>
                  <a:schemeClr val="bg1"/>
                </a:solidFill>
                <a:latin typeface="Arial"/>
                <a:cs typeface="Arial"/>
              </a:rPr>
              <a:t>Acknowledgements</a:t>
            </a:r>
          </a:p>
        </p:txBody>
      </p:sp>
      <p:sp>
        <p:nvSpPr>
          <p:cNvPr id="40" name="Rechthoek 39"/>
          <p:cNvSpPr/>
          <p:nvPr/>
        </p:nvSpPr>
        <p:spPr>
          <a:xfrm>
            <a:off x="16051644" y="36033702"/>
            <a:ext cx="12960000" cy="16561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endParaRPr lang="nl-NL" altLang="nl-NL" sz="2400">
              <a:solidFill>
                <a:schemeClr val="tx1"/>
              </a:solidFill>
              <a:latin typeface="Lucida Sans Unicode" pitchFamily="34" charset="0"/>
            </a:endParaRPr>
          </a:p>
        </p:txBody>
      </p:sp>
      <p:sp>
        <p:nvSpPr>
          <p:cNvPr id="44" name="Tekstvak 19"/>
          <p:cNvSpPr txBox="1">
            <a:spLocks noChangeArrowheads="1"/>
          </p:cNvSpPr>
          <p:nvPr/>
        </p:nvSpPr>
        <p:spPr bwMode="auto">
          <a:xfrm>
            <a:off x="600322" y="8670768"/>
            <a:ext cx="13680000" cy="864000"/>
          </a:xfrm>
          <a:prstGeom prst="rect">
            <a:avLst/>
          </a:prstGeom>
          <a:solidFill>
            <a:srgbClr val="009C82"/>
          </a:solidFill>
          <a:ln>
            <a:noFill/>
          </a:ln>
        </p:spPr>
        <p:txBody>
          <a:bodyPr wrap="square" anchor="ctr">
            <a:spAutoFit/>
          </a:bodyPr>
          <a:lstStyle>
            <a:lvl1pPr eaLnBrk="0" hangingPunct="0">
              <a:defRPr sz="5800">
                <a:solidFill>
                  <a:schemeClr val="tx1"/>
                </a:solidFill>
                <a:latin typeface="Arial" charset="0"/>
                <a:cs typeface="Arial" charset="0"/>
              </a:defRPr>
            </a:lvl1pPr>
            <a:lvl2pPr marL="742950" indent="-285750" eaLnBrk="0" hangingPunct="0">
              <a:defRPr sz="5800">
                <a:solidFill>
                  <a:schemeClr val="tx1"/>
                </a:solidFill>
                <a:latin typeface="Arial" charset="0"/>
                <a:cs typeface="Arial" charset="0"/>
              </a:defRPr>
            </a:lvl2pPr>
            <a:lvl3pPr marL="1143000" indent="-228600" eaLnBrk="0" hangingPunct="0">
              <a:defRPr sz="5800">
                <a:solidFill>
                  <a:schemeClr val="tx1"/>
                </a:solidFill>
                <a:latin typeface="Arial" charset="0"/>
                <a:cs typeface="Arial" charset="0"/>
              </a:defRPr>
            </a:lvl3pPr>
            <a:lvl4pPr marL="1600200" indent="-228600" eaLnBrk="0" hangingPunct="0">
              <a:defRPr sz="5800">
                <a:solidFill>
                  <a:schemeClr val="tx1"/>
                </a:solidFill>
                <a:latin typeface="Arial" charset="0"/>
                <a:cs typeface="Arial" charset="0"/>
              </a:defRPr>
            </a:lvl4pPr>
            <a:lvl5pPr marL="2057400" indent="-228600" eaLnBrk="0" hangingPunct="0">
              <a:defRPr sz="5800">
                <a:solidFill>
                  <a:schemeClr val="tx1"/>
                </a:solidFill>
                <a:latin typeface="Arial" charset="0"/>
                <a:cs typeface="Arial" charset="0"/>
              </a:defRPr>
            </a:lvl5pPr>
            <a:lvl6pPr marL="2514600" indent="-228600" defTabSz="2951163" eaLnBrk="0" fontAlgn="base" hangingPunct="0">
              <a:spcBef>
                <a:spcPct val="0"/>
              </a:spcBef>
              <a:spcAft>
                <a:spcPct val="0"/>
              </a:spcAft>
              <a:defRPr sz="5800">
                <a:solidFill>
                  <a:schemeClr val="tx1"/>
                </a:solidFill>
                <a:latin typeface="Arial" charset="0"/>
                <a:cs typeface="Arial" charset="0"/>
              </a:defRPr>
            </a:lvl6pPr>
            <a:lvl7pPr marL="2971800" indent="-228600" defTabSz="2951163" eaLnBrk="0" fontAlgn="base" hangingPunct="0">
              <a:spcBef>
                <a:spcPct val="0"/>
              </a:spcBef>
              <a:spcAft>
                <a:spcPct val="0"/>
              </a:spcAft>
              <a:defRPr sz="5800">
                <a:solidFill>
                  <a:schemeClr val="tx1"/>
                </a:solidFill>
                <a:latin typeface="Arial" charset="0"/>
                <a:cs typeface="Arial" charset="0"/>
              </a:defRPr>
            </a:lvl7pPr>
            <a:lvl8pPr marL="3429000" indent="-228600" defTabSz="2951163" eaLnBrk="0" fontAlgn="base" hangingPunct="0">
              <a:spcBef>
                <a:spcPct val="0"/>
              </a:spcBef>
              <a:spcAft>
                <a:spcPct val="0"/>
              </a:spcAft>
              <a:defRPr sz="5800">
                <a:solidFill>
                  <a:schemeClr val="tx1"/>
                </a:solidFill>
                <a:latin typeface="Arial" charset="0"/>
                <a:cs typeface="Arial" charset="0"/>
              </a:defRPr>
            </a:lvl8pPr>
            <a:lvl9pPr marL="3886200" indent="-228600" defTabSz="2951163" eaLnBrk="0" fontAlgn="base" hangingPunct="0">
              <a:spcBef>
                <a:spcPct val="0"/>
              </a:spcBef>
              <a:spcAft>
                <a:spcPct val="0"/>
              </a:spcAft>
              <a:defRPr sz="5800">
                <a:solidFill>
                  <a:schemeClr val="tx1"/>
                </a:solidFill>
                <a:latin typeface="Arial" charset="0"/>
                <a:cs typeface="Arial" charset="0"/>
              </a:defRPr>
            </a:lvl9pPr>
          </a:lstStyle>
          <a:p>
            <a:pPr algn="ctr" eaLnBrk="1" hangingPunct="1"/>
            <a:r>
              <a:rPr lang="nl-NL" altLang="nl-NL" sz="4800" b="1" err="1">
                <a:solidFill>
                  <a:schemeClr val="bg1"/>
                </a:solidFill>
                <a:latin typeface="Arial"/>
                <a:cs typeface="Arial"/>
              </a:rPr>
              <a:t>Introduction</a:t>
            </a:r>
            <a:r>
              <a:rPr lang="nl-NL" altLang="nl-NL" sz="4800" b="1">
                <a:solidFill>
                  <a:schemeClr val="bg1"/>
                </a:solidFill>
                <a:latin typeface="Arial"/>
                <a:cs typeface="Arial"/>
              </a:rPr>
              <a:t> project / research</a:t>
            </a:r>
          </a:p>
        </p:txBody>
      </p:sp>
      <p:sp>
        <p:nvSpPr>
          <p:cNvPr id="54" name="Tekstvak 19"/>
          <p:cNvSpPr txBox="1">
            <a:spLocks noChangeArrowheads="1"/>
          </p:cNvSpPr>
          <p:nvPr/>
        </p:nvSpPr>
        <p:spPr bwMode="auto">
          <a:xfrm>
            <a:off x="600322" y="22352288"/>
            <a:ext cx="13680000" cy="864000"/>
          </a:xfrm>
          <a:prstGeom prst="rect">
            <a:avLst/>
          </a:prstGeom>
          <a:solidFill>
            <a:srgbClr val="009C82"/>
          </a:solidFill>
          <a:ln>
            <a:noFill/>
          </a:ln>
        </p:spPr>
        <p:txBody>
          <a:bodyPr wrap="square" anchor="ctr">
            <a:spAutoFit/>
          </a:bodyPr>
          <a:lstStyle>
            <a:lvl1pPr eaLnBrk="0" hangingPunct="0">
              <a:defRPr sz="5800">
                <a:solidFill>
                  <a:schemeClr val="tx1"/>
                </a:solidFill>
                <a:latin typeface="Arial" charset="0"/>
                <a:cs typeface="Arial" charset="0"/>
              </a:defRPr>
            </a:lvl1pPr>
            <a:lvl2pPr marL="742950" indent="-285750" eaLnBrk="0" hangingPunct="0">
              <a:defRPr sz="5800">
                <a:solidFill>
                  <a:schemeClr val="tx1"/>
                </a:solidFill>
                <a:latin typeface="Arial" charset="0"/>
                <a:cs typeface="Arial" charset="0"/>
              </a:defRPr>
            </a:lvl2pPr>
            <a:lvl3pPr marL="1143000" indent="-228600" eaLnBrk="0" hangingPunct="0">
              <a:defRPr sz="5800">
                <a:solidFill>
                  <a:schemeClr val="tx1"/>
                </a:solidFill>
                <a:latin typeface="Arial" charset="0"/>
                <a:cs typeface="Arial" charset="0"/>
              </a:defRPr>
            </a:lvl3pPr>
            <a:lvl4pPr marL="1600200" indent="-228600" eaLnBrk="0" hangingPunct="0">
              <a:defRPr sz="5800">
                <a:solidFill>
                  <a:schemeClr val="tx1"/>
                </a:solidFill>
                <a:latin typeface="Arial" charset="0"/>
                <a:cs typeface="Arial" charset="0"/>
              </a:defRPr>
            </a:lvl4pPr>
            <a:lvl5pPr marL="2057400" indent="-228600" eaLnBrk="0" hangingPunct="0">
              <a:defRPr sz="5800">
                <a:solidFill>
                  <a:schemeClr val="tx1"/>
                </a:solidFill>
                <a:latin typeface="Arial" charset="0"/>
                <a:cs typeface="Arial" charset="0"/>
              </a:defRPr>
            </a:lvl5pPr>
            <a:lvl6pPr marL="2514600" indent="-228600" defTabSz="2951163" eaLnBrk="0" fontAlgn="base" hangingPunct="0">
              <a:spcBef>
                <a:spcPct val="0"/>
              </a:spcBef>
              <a:spcAft>
                <a:spcPct val="0"/>
              </a:spcAft>
              <a:defRPr sz="5800">
                <a:solidFill>
                  <a:schemeClr val="tx1"/>
                </a:solidFill>
                <a:latin typeface="Arial" charset="0"/>
                <a:cs typeface="Arial" charset="0"/>
              </a:defRPr>
            </a:lvl6pPr>
            <a:lvl7pPr marL="2971800" indent="-228600" defTabSz="2951163" eaLnBrk="0" fontAlgn="base" hangingPunct="0">
              <a:spcBef>
                <a:spcPct val="0"/>
              </a:spcBef>
              <a:spcAft>
                <a:spcPct val="0"/>
              </a:spcAft>
              <a:defRPr sz="5800">
                <a:solidFill>
                  <a:schemeClr val="tx1"/>
                </a:solidFill>
                <a:latin typeface="Arial" charset="0"/>
                <a:cs typeface="Arial" charset="0"/>
              </a:defRPr>
            </a:lvl7pPr>
            <a:lvl8pPr marL="3429000" indent="-228600" defTabSz="2951163" eaLnBrk="0" fontAlgn="base" hangingPunct="0">
              <a:spcBef>
                <a:spcPct val="0"/>
              </a:spcBef>
              <a:spcAft>
                <a:spcPct val="0"/>
              </a:spcAft>
              <a:defRPr sz="5800">
                <a:solidFill>
                  <a:schemeClr val="tx1"/>
                </a:solidFill>
                <a:latin typeface="Arial" charset="0"/>
                <a:cs typeface="Arial" charset="0"/>
              </a:defRPr>
            </a:lvl8pPr>
            <a:lvl9pPr marL="3886200" indent="-228600" defTabSz="2951163" eaLnBrk="0" fontAlgn="base" hangingPunct="0">
              <a:spcBef>
                <a:spcPct val="0"/>
              </a:spcBef>
              <a:spcAft>
                <a:spcPct val="0"/>
              </a:spcAft>
              <a:defRPr sz="5800">
                <a:solidFill>
                  <a:schemeClr val="tx1"/>
                </a:solidFill>
                <a:latin typeface="Arial" charset="0"/>
                <a:cs typeface="Arial" charset="0"/>
              </a:defRPr>
            </a:lvl9pPr>
          </a:lstStyle>
          <a:p>
            <a:pPr algn="ctr" eaLnBrk="1" hangingPunct="1"/>
            <a:r>
              <a:rPr lang="nl-NL" altLang="nl-NL" sz="4800" b="1" err="1">
                <a:solidFill>
                  <a:schemeClr val="bg1"/>
                </a:solidFill>
                <a:latin typeface="Arial"/>
                <a:cs typeface="Arial"/>
              </a:rPr>
              <a:t>Methodology</a:t>
            </a:r>
            <a:r>
              <a:rPr lang="nl-NL" altLang="nl-NL" sz="4800" b="1">
                <a:solidFill>
                  <a:schemeClr val="bg1"/>
                </a:solidFill>
                <a:latin typeface="Arial"/>
                <a:cs typeface="Arial"/>
              </a:rPr>
              <a:t> </a:t>
            </a:r>
            <a:r>
              <a:rPr lang="nl-NL" altLang="nl-NL" sz="4800" b="1" err="1">
                <a:solidFill>
                  <a:schemeClr val="bg1"/>
                </a:solidFill>
                <a:latin typeface="Arial"/>
                <a:cs typeface="Arial"/>
              </a:rPr>
              <a:t>and</a:t>
            </a:r>
            <a:r>
              <a:rPr lang="nl-NL" altLang="nl-NL" sz="4800" b="1">
                <a:solidFill>
                  <a:schemeClr val="bg1"/>
                </a:solidFill>
                <a:latin typeface="Arial"/>
                <a:cs typeface="Arial"/>
              </a:rPr>
              <a:t> approach</a:t>
            </a:r>
          </a:p>
        </p:txBody>
      </p:sp>
      <p:sp>
        <p:nvSpPr>
          <p:cNvPr id="58" name="Tekstvak 19"/>
          <p:cNvSpPr txBox="1">
            <a:spLocks noChangeArrowheads="1"/>
          </p:cNvSpPr>
          <p:nvPr/>
        </p:nvSpPr>
        <p:spPr bwMode="auto">
          <a:xfrm>
            <a:off x="15999654" y="8670768"/>
            <a:ext cx="13680000" cy="864000"/>
          </a:xfrm>
          <a:prstGeom prst="rect">
            <a:avLst/>
          </a:prstGeom>
          <a:solidFill>
            <a:srgbClr val="009C82"/>
          </a:solidFill>
          <a:ln>
            <a:noFill/>
          </a:ln>
        </p:spPr>
        <p:txBody>
          <a:bodyPr wrap="square" anchor="ctr">
            <a:spAutoFit/>
          </a:bodyPr>
          <a:lstStyle>
            <a:lvl1pPr eaLnBrk="0" hangingPunct="0">
              <a:defRPr sz="5800">
                <a:solidFill>
                  <a:schemeClr val="tx1"/>
                </a:solidFill>
                <a:latin typeface="Arial" charset="0"/>
                <a:cs typeface="Arial" charset="0"/>
              </a:defRPr>
            </a:lvl1pPr>
            <a:lvl2pPr marL="742950" indent="-285750" eaLnBrk="0" hangingPunct="0">
              <a:defRPr sz="5800">
                <a:solidFill>
                  <a:schemeClr val="tx1"/>
                </a:solidFill>
                <a:latin typeface="Arial" charset="0"/>
                <a:cs typeface="Arial" charset="0"/>
              </a:defRPr>
            </a:lvl2pPr>
            <a:lvl3pPr marL="1143000" indent="-228600" eaLnBrk="0" hangingPunct="0">
              <a:defRPr sz="5800">
                <a:solidFill>
                  <a:schemeClr val="tx1"/>
                </a:solidFill>
                <a:latin typeface="Arial" charset="0"/>
                <a:cs typeface="Arial" charset="0"/>
              </a:defRPr>
            </a:lvl3pPr>
            <a:lvl4pPr marL="1600200" indent="-228600" eaLnBrk="0" hangingPunct="0">
              <a:defRPr sz="5800">
                <a:solidFill>
                  <a:schemeClr val="tx1"/>
                </a:solidFill>
                <a:latin typeface="Arial" charset="0"/>
                <a:cs typeface="Arial" charset="0"/>
              </a:defRPr>
            </a:lvl4pPr>
            <a:lvl5pPr marL="2057400" indent="-228600" eaLnBrk="0" hangingPunct="0">
              <a:defRPr sz="5800">
                <a:solidFill>
                  <a:schemeClr val="tx1"/>
                </a:solidFill>
                <a:latin typeface="Arial" charset="0"/>
                <a:cs typeface="Arial" charset="0"/>
              </a:defRPr>
            </a:lvl5pPr>
            <a:lvl6pPr marL="2514600" indent="-228600" defTabSz="2951163" eaLnBrk="0" fontAlgn="base" hangingPunct="0">
              <a:spcBef>
                <a:spcPct val="0"/>
              </a:spcBef>
              <a:spcAft>
                <a:spcPct val="0"/>
              </a:spcAft>
              <a:defRPr sz="5800">
                <a:solidFill>
                  <a:schemeClr val="tx1"/>
                </a:solidFill>
                <a:latin typeface="Arial" charset="0"/>
                <a:cs typeface="Arial" charset="0"/>
              </a:defRPr>
            </a:lvl6pPr>
            <a:lvl7pPr marL="2971800" indent="-228600" defTabSz="2951163" eaLnBrk="0" fontAlgn="base" hangingPunct="0">
              <a:spcBef>
                <a:spcPct val="0"/>
              </a:spcBef>
              <a:spcAft>
                <a:spcPct val="0"/>
              </a:spcAft>
              <a:defRPr sz="5800">
                <a:solidFill>
                  <a:schemeClr val="tx1"/>
                </a:solidFill>
                <a:latin typeface="Arial" charset="0"/>
                <a:cs typeface="Arial" charset="0"/>
              </a:defRPr>
            </a:lvl7pPr>
            <a:lvl8pPr marL="3429000" indent="-228600" defTabSz="2951163" eaLnBrk="0" fontAlgn="base" hangingPunct="0">
              <a:spcBef>
                <a:spcPct val="0"/>
              </a:spcBef>
              <a:spcAft>
                <a:spcPct val="0"/>
              </a:spcAft>
              <a:defRPr sz="5800">
                <a:solidFill>
                  <a:schemeClr val="tx1"/>
                </a:solidFill>
                <a:latin typeface="Arial" charset="0"/>
                <a:cs typeface="Arial" charset="0"/>
              </a:defRPr>
            </a:lvl8pPr>
            <a:lvl9pPr marL="3886200" indent="-228600" defTabSz="2951163" eaLnBrk="0" fontAlgn="base" hangingPunct="0">
              <a:spcBef>
                <a:spcPct val="0"/>
              </a:spcBef>
              <a:spcAft>
                <a:spcPct val="0"/>
              </a:spcAft>
              <a:defRPr sz="5800">
                <a:solidFill>
                  <a:schemeClr val="tx1"/>
                </a:solidFill>
                <a:latin typeface="Arial" charset="0"/>
                <a:cs typeface="Arial" charset="0"/>
              </a:defRPr>
            </a:lvl9pPr>
          </a:lstStyle>
          <a:p>
            <a:pPr algn="ctr" eaLnBrk="1" hangingPunct="1"/>
            <a:r>
              <a:rPr lang="nl-NL" altLang="nl-NL" sz="4800" b="1" err="1">
                <a:solidFill>
                  <a:schemeClr val="bg1"/>
                </a:solidFill>
                <a:latin typeface="Arial"/>
                <a:cs typeface="Arial"/>
              </a:rPr>
              <a:t>Experiments</a:t>
            </a:r>
            <a:r>
              <a:rPr lang="nl-NL" altLang="nl-NL" sz="4800" b="1">
                <a:solidFill>
                  <a:schemeClr val="bg1"/>
                </a:solidFill>
                <a:latin typeface="Arial"/>
                <a:cs typeface="Arial"/>
              </a:rPr>
              <a:t> &amp; </a:t>
            </a:r>
            <a:r>
              <a:rPr lang="nl-NL" altLang="nl-NL" sz="4800" b="1" err="1">
                <a:solidFill>
                  <a:schemeClr val="bg1"/>
                </a:solidFill>
                <a:latin typeface="Arial"/>
                <a:cs typeface="Arial"/>
              </a:rPr>
              <a:t>results</a:t>
            </a:r>
            <a:endParaRPr lang="nl-NL" altLang="nl-NL" sz="4800" b="1">
              <a:solidFill>
                <a:schemeClr val="bg1"/>
              </a:solidFill>
              <a:latin typeface="Arial"/>
              <a:cs typeface="Arial"/>
            </a:endParaRPr>
          </a:p>
        </p:txBody>
      </p:sp>
      <p:sp>
        <p:nvSpPr>
          <p:cNvPr id="62" name="Tekstvak 19"/>
          <p:cNvSpPr txBox="1">
            <a:spLocks noChangeArrowheads="1"/>
          </p:cNvSpPr>
          <p:nvPr/>
        </p:nvSpPr>
        <p:spPr bwMode="auto">
          <a:xfrm>
            <a:off x="15998502" y="34891843"/>
            <a:ext cx="13680000" cy="830997"/>
          </a:xfrm>
          <a:prstGeom prst="rect">
            <a:avLst/>
          </a:prstGeom>
          <a:solidFill>
            <a:srgbClr val="009C82"/>
          </a:solidFill>
          <a:ln>
            <a:noFill/>
          </a:ln>
        </p:spPr>
        <p:txBody>
          <a:bodyPr wrap="square" anchor="ctr">
            <a:spAutoFit/>
          </a:bodyPr>
          <a:lstStyle>
            <a:lvl1pPr eaLnBrk="0" hangingPunct="0">
              <a:defRPr sz="5800">
                <a:solidFill>
                  <a:schemeClr val="tx1"/>
                </a:solidFill>
                <a:latin typeface="Arial" charset="0"/>
                <a:cs typeface="Arial" charset="0"/>
              </a:defRPr>
            </a:lvl1pPr>
            <a:lvl2pPr marL="742950" indent="-285750" eaLnBrk="0" hangingPunct="0">
              <a:defRPr sz="5800">
                <a:solidFill>
                  <a:schemeClr val="tx1"/>
                </a:solidFill>
                <a:latin typeface="Arial" charset="0"/>
                <a:cs typeface="Arial" charset="0"/>
              </a:defRPr>
            </a:lvl2pPr>
            <a:lvl3pPr marL="1143000" indent="-228600" eaLnBrk="0" hangingPunct="0">
              <a:defRPr sz="5800">
                <a:solidFill>
                  <a:schemeClr val="tx1"/>
                </a:solidFill>
                <a:latin typeface="Arial" charset="0"/>
                <a:cs typeface="Arial" charset="0"/>
              </a:defRPr>
            </a:lvl3pPr>
            <a:lvl4pPr marL="1600200" indent="-228600" eaLnBrk="0" hangingPunct="0">
              <a:defRPr sz="5800">
                <a:solidFill>
                  <a:schemeClr val="tx1"/>
                </a:solidFill>
                <a:latin typeface="Arial" charset="0"/>
                <a:cs typeface="Arial" charset="0"/>
              </a:defRPr>
            </a:lvl4pPr>
            <a:lvl5pPr marL="2057400" indent="-228600" eaLnBrk="0" hangingPunct="0">
              <a:defRPr sz="5800">
                <a:solidFill>
                  <a:schemeClr val="tx1"/>
                </a:solidFill>
                <a:latin typeface="Arial" charset="0"/>
                <a:cs typeface="Arial" charset="0"/>
              </a:defRPr>
            </a:lvl5pPr>
            <a:lvl6pPr marL="2514600" indent="-228600" defTabSz="2951163" eaLnBrk="0" fontAlgn="base" hangingPunct="0">
              <a:spcBef>
                <a:spcPct val="0"/>
              </a:spcBef>
              <a:spcAft>
                <a:spcPct val="0"/>
              </a:spcAft>
              <a:defRPr sz="5800">
                <a:solidFill>
                  <a:schemeClr val="tx1"/>
                </a:solidFill>
                <a:latin typeface="Arial" charset="0"/>
                <a:cs typeface="Arial" charset="0"/>
              </a:defRPr>
            </a:lvl6pPr>
            <a:lvl7pPr marL="2971800" indent="-228600" defTabSz="2951163" eaLnBrk="0" fontAlgn="base" hangingPunct="0">
              <a:spcBef>
                <a:spcPct val="0"/>
              </a:spcBef>
              <a:spcAft>
                <a:spcPct val="0"/>
              </a:spcAft>
              <a:defRPr sz="5800">
                <a:solidFill>
                  <a:schemeClr val="tx1"/>
                </a:solidFill>
                <a:latin typeface="Arial" charset="0"/>
                <a:cs typeface="Arial" charset="0"/>
              </a:defRPr>
            </a:lvl7pPr>
            <a:lvl8pPr marL="3429000" indent="-228600" defTabSz="2951163" eaLnBrk="0" fontAlgn="base" hangingPunct="0">
              <a:spcBef>
                <a:spcPct val="0"/>
              </a:spcBef>
              <a:spcAft>
                <a:spcPct val="0"/>
              </a:spcAft>
              <a:defRPr sz="5800">
                <a:solidFill>
                  <a:schemeClr val="tx1"/>
                </a:solidFill>
                <a:latin typeface="Arial" charset="0"/>
                <a:cs typeface="Arial" charset="0"/>
              </a:defRPr>
            </a:lvl8pPr>
            <a:lvl9pPr marL="3886200" indent="-228600" defTabSz="2951163" eaLnBrk="0" fontAlgn="base" hangingPunct="0">
              <a:spcBef>
                <a:spcPct val="0"/>
              </a:spcBef>
              <a:spcAft>
                <a:spcPct val="0"/>
              </a:spcAft>
              <a:defRPr sz="5800">
                <a:solidFill>
                  <a:schemeClr val="tx1"/>
                </a:solidFill>
                <a:latin typeface="Arial" charset="0"/>
                <a:cs typeface="Arial" charset="0"/>
              </a:defRPr>
            </a:lvl9pPr>
          </a:lstStyle>
          <a:p>
            <a:pPr algn="ctr" eaLnBrk="1" hangingPunct="1"/>
            <a:r>
              <a:rPr lang="nl-NL" altLang="nl-NL" sz="4800" b="1" err="1">
                <a:solidFill>
                  <a:schemeClr val="bg1"/>
                </a:solidFill>
                <a:latin typeface="Arial"/>
                <a:cs typeface="Arial"/>
              </a:rPr>
              <a:t>Discussions</a:t>
            </a:r>
            <a:r>
              <a:rPr lang="nl-NL" altLang="nl-NL" sz="4800" b="1">
                <a:solidFill>
                  <a:schemeClr val="bg1"/>
                </a:solidFill>
                <a:latin typeface="Arial"/>
                <a:cs typeface="Arial"/>
              </a:rPr>
              <a:t> </a:t>
            </a:r>
            <a:r>
              <a:rPr lang="nl-NL" altLang="nl-NL" sz="4800" b="1" err="1">
                <a:solidFill>
                  <a:schemeClr val="bg1"/>
                </a:solidFill>
                <a:latin typeface="Arial"/>
                <a:cs typeface="Arial"/>
              </a:rPr>
              <a:t>and</a:t>
            </a:r>
            <a:r>
              <a:rPr lang="nl-NL" altLang="nl-NL" sz="4800" b="1">
                <a:solidFill>
                  <a:schemeClr val="bg1"/>
                </a:solidFill>
                <a:latin typeface="Arial"/>
                <a:cs typeface="Arial"/>
              </a:rPr>
              <a:t> next steps</a:t>
            </a:r>
          </a:p>
        </p:txBody>
      </p:sp>
      <p:sp>
        <p:nvSpPr>
          <p:cNvPr id="47" name="Tekstvak 46"/>
          <p:cNvSpPr txBox="1"/>
          <p:nvPr/>
        </p:nvSpPr>
        <p:spPr>
          <a:xfrm>
            <a:off x="780322" y="23772490"/>
            <a:ext cx="13320000" cy="3323987"/>
          </a:xfrm>
          <a:prstGeom prst="rect">
            <a:avLst/>
          </a:prstGeom>
          <a:noFill/>
          <a:ln>
            <a:noFill/>
          </a:ln>
        </p:spPr>
        <p:txBody>
          <a:bodyPr wrap="square" lIns="91440" tIns="45720" rIns="91440" bIns="45720" rtlCol="0" anchor="t">
            <a:spAutoFit/>
          </a:bodyPr>
          <a:lstStyle/>
          <a:p>
            <a:pPr marL="457200" indent="-457200" algn="just">
              <a:buFont typeface="Arial"/>
              <a:buChar char="•"/>
            </a:pPr>
            <a:r>
              <a:rPr lang="en-GB" sz="3600">
                <a:latin typeface="Arial"/>
                <a:cs typeface="Arial"/>
              </a:rPr>
              <a:t>The organization of this project is stick to the V-model methodology. </a:t>
            </a:r>
          </a:p>
          <a:p>
            <a:pPr marL="457200" indent="-457200" algn="just">
              <a:buFont typeface="Arial"/>
              <a:buChar char="•"/>
            </a:pPr>
            <a:r>
              <a:rPr lang="en-GB" sz="3600">
                <a:latin typeface="Arial"/>
                <a:cs typeface="Arial"/>
              </a:rPr>
              <a:t>The state of the group is currently Realisation where there's mainly commissioning and coding.</a:t>
            </a:r>
          </a:p>
          <a:p>
            <a:pPr algn="just"/>
            <a:endParaRPr lang="en-GB" sz="3000">
              <a:latin typeface="Arial"/>
              <a:cs typeface="Arial"/>
            </a:endParaRPr>
          </a:p>
          <a:p>
            <a:pPr algn="just"/>
            <a:endParaRPr lang="nl-NL" sz="3600">
              <a:latin typeface="Arial"/>
              <a:cs typeface="Arial"/>
            </a:endParaRPr>
          </a:p>
        </p:txBody>
      </p:sp>
      <p:sp>
        <p:nvSpPr>
          <p:cNvPr id="48" name="Tekstvak 47"/>
          <p:cNvSpPr txBox="1"/>
          <p:nvPr/>
        </p:nvSpPr>
        <p:spPr>
          <a:xfrm>
            <a:off x="780322" y="33987856"/>
            <a:ext cx="12960000" cy="1015663"/>
          </a:xfrm>
          <a:prstGeom prst="rect">
            <a:avLst/>
          </a:prstGeom>
          <a:noFill/>
          <a:ln>
            <a:noFill/>
          </a:ln>
        </p:spPr>
        <p:txBody>
          <a:bodyPr wrap="square" lIns="91440" tIns="45720" rIns="91440" bIns="45720" rtlCol="0" anchor="t">
            <a:spAutoFit/>
          </a:bodyPr>
          <a:lstStyle/>
          <a:p>
            <a:pPr algn="just"/>
            <a:r>
              <a:rPr lang="en-GB" sz="3000">
                <a:latin typeface="Arial"/>
                <a:cs typeface="Arial"/>
              </a:rPr>
              <a:t>Visual timeline with progress indicators - where are you in your research phase?</a:t>
            </a:r>
            <a:endParaRPr lang="nl-NL" sz="3000">
              <a:latin typeface="Arial"/>
              <a:cs typeface="Arial"/>
            </a:endParaRPr>
          </a:p>
        </p:txBody>
      </p:sp>
      <p:sp>
        <p:nvSpPr>
          <p:cNvPr id="52" name="Rechthoek 51"/>
          <p:cNvSpPr/>
          <p:nvPr/>
        </p:nvSpPr>
        <p:spPr>
          <a:xfrm>
            <a:off x="595891" y="27571331"/>
            <a:ext cx="13680000" cy="4994171"/>
          </a:xfrm>
          <a:prstGeom prst="rect">
            <a:avLst/>
          </a:prstGeom>
          <a:noFill/>
          <a:ln>
            <a:solidFill>
              <a:srgbClr val="009C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latin typeface="Arial"/>
              <a:cs typeface="Arial"/>
            </a:endParaRPr>
          </a:p>
        </p:txBody>
      </p:sp>
      <p:sp>
        <p:nvSpPr>
          <p:cNvPr id="53" name="Tekstvak 20"/>
          <p:cNvSpPr txBox="1">
            <a:spLocks noChangeArrowheads="1"/>
          </p:cNvSpPr>
          <p:nvPr/>
        </p:nvSpPr>
        <p:spPr bwMode="auto">
          <a:xfrm>
            <a:off x="9032893" y="31224962"/>
            <a:ext cx="4392488"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5800">
                <a:solidFill>
                  <a:schemeClr val="tx1"/>
                </a:solidFill>
                <a:latin typeface="Arial" charset="0"/>
                <a:cs typeface="Arial" charset="0"/>
              </a:defRPr>
            </a:lvl1pPr>
            <a:lvl2pPr marL="742950" indent="-285750" eaLnBrk="0" hangingPunct="0">
              <a:defRPr sz="5800">
                <a:solidFill>
                  <a:schemeClr val="tx1"/>
                </a:solidFill>
                <a:latin typeface="Arial" charset="0"/>
                <a:cs typeface="Arial" charset="0"/>
              </a:defRPr>
            </a:lvl2pPr>
            <a:lvl3pPr marL="1143000" indent="-228600" eaLnBrk="0" hangingPunct="0">
              <a:defRPr sz="5800">
                <a:solidFill>
                  <a:schemeClr val="tx1"/>
                </a:solidFill>
                <a:latin typeface="Arial" charset="0"/>
                <a:cs typeface="Arial" charset="0"/>
              </a:defRPr>
            </a:lvl3pPr>
            <a:lvl4pPr marL="1600200" indent="-228600" eaLnBrk="0" hangingPunct="0">
              <a:defRPr sz="5800">
                <a:solidFill>
                  <a:schemeClr val="tx1"/>
                </a:solidFill>
                <a:latin typeface="Arial" charset="0"/>
                <a:cs typeface="Arial" charset="0"/>
              </a:defRPr>
            </a:lvl4pPr>
            <a:lvl5pPr marL="2057400" indent="-228600" eaLnBrk="0" hangingPunct="0">
              <a:defRPr sz="5800">
                <a:solidFill>
                  <a:schemeClr val="tx1"/>
                </a:solidFill>
                <a:latin typeface="Arial" charset="0"/>
                <a:cs typeface="Arial" charset="0"/>
              </a:defRPr>
            </a:lvl5pPr>
            <a:lvl6pPr marL="2514600" indent="-228600" defTabSz="2951163" eaLnBrk="0" fontAlgn="base" hangingPunct="0">
              <a:spcBef>
                <a:spcPct val="0"/>
              </a:spcBef>
              <a:spcAft>
                <a:spcPct val="0"/>
              </a:spcAft>
              <a:defRPr sz="5800">
                <a:solidFill>
                  <a:schemeClr val="tx1"/>
                </a:solidFill>
                <a:latin typeface="Arial" charset="0"/>
                <a:cs typeface="Arial" charset="0"/>
              </a:defRPr>
            </a:lvl6pPr>
            <a:lvl7pPr marL="2971800" indent="-228600" defTabSz="2951163" eaLnBrk="0" fontAlgn="base" hangingPunct="0">
              <a:spcBef>
                <a:spcPct val="0"/>
              </a:spcBef>
              <a:spcAft>
                <a:spcPct val="0"/>
              </a:spcAft>
              <a:defRPr sz="5800">
                <a:solidFill>
                  <a:schemeClr val="tx1"/>
                </a:solidFill>
                <a:latin typeface="Arial" charset="0"/>
                <a:cs typeface="Arial" charset="0"/>
              </a:defRPr>
            </a:lvl7pPr>
            <a:lvl8pPr marL="3429000" indent="-228600" defTabSz="2951163" eaLnBrk="0" fontAlgn="base" hangingPunct="0">
              <a:spcBef>
                <a:spcPct val="0"/>
              </a:spcBef>
              <a:spcAft>
                <a:spcPct val="0"/>
              </a:spcAft>
              <a:defRPr sz="5800">
                <a:solidFill>
                  <a:schemeClr val="tx1"/>
                </a:solidFill>
                <a:latin typeface="Arial" charset="0"/>
                <a:cs typeface="Arial" charset="0"/>
              </a:defRPr>
            </a:lvl8pPr>
            <a:lvl9pPr marL="3886200" indent="-228600" defTabSz="2951163" eaLnBrk="0" fontAlgn="base" hangingPunct="0">
              <a:spcBef>
                <a:spcPct val="0"/>
              </a:spcBef>
              <a:spcAft>
                <a:spcPct val="0"/>
              </a:spcAft>
              <a:defRPr sz="5800">
                <a:solidFill>
                  <a:schemeClr val="tx1"/>
                </a:solidFill>
                <a:latin typeface="Arial" charset="0"/>
                <a:cs typeface="Arial" charset="0"/>
              </a:defRPr>
            </a:lvl9pPr>
          </a:lstStyle>
          <a:p>
            <a:pPr algn="ctr" eaLnBrk="1" hangingPunct="1"/>
            <a:r>
              <a:rPr lang="nl-NL" altLang="nl-NL" sz="2800" i="1" err="1">
                <a:latin typeface="Arial"/>
                <a:cs typeface="Arial"/>
              </a:rPr>
              <a:t>Figure</a:t>
            </a:r>
            <a:r>
              <a:rPr lang="nl-NL" altLang="nl-NL" sz="2800" i="1">
                <a:latin typeface="Arial"/>
                <a:cs typeface="Arial"/>
              </a:rPr>
              <a:t> 1: Project approach </a:t>
            </a:r>
            <a:r>
              <a:rPr lang="nl-NL" altLang="nl-NL" sz="2800" i="1" err="1">
                <a:latin typeface="Arial"/>
                <a:cs typeface="Arial"/>
              </a:rPr>
              <a:t>with</a:t>
            </a:r>
            <a:r>
              <a:rPr lang="nl-NL" altLang="nl-NL" sz="2800" i="1">
                <a:latin typeface="Arial"/>
                <a:cs typeface="Arial"/>
              </a:rPr>
              <a:t> V-model </a:t>
            </a:r>
            <a:r>
              <a:rPr lang="nl-NL" altLang="nl-NL" sz="2800" i="1" err="1">
                <a:latin typeface="Arial"/>
                <a:cs typeface="Arial"/>
              </a:rPr>
              <a:t>methodology</a:t>
            </a:r>
            <a:r>
              <a:rPr lang="nl-NL" altLang="nl-NL" sz="2800" i="1">
                <a:latin typeface="Arial"/>
                <a:cs typeface="Arial"/>
              </a:rPr>
              <a:t> </a:t>
            </a:r>
            <a:endParaRPr lang="nl-NL" altLang="nl-NL" sz="2800">
              <a:latin typeface="Arial"/>
              <a:cs typeface="Arial"/>
            </a:endParaRPr>
          </a:p>
        </p:txBody>
      </p:sp>
      <p:sp>
        <p:nvSpPr>
          <p:cNvPr id="39" name="Tekstvak 19"/>
          <p:cNvSpPr txBox="1">
            <a:spLocks noChangeArrowheads="1"/>
          </p:cNvSpPr>
          <p:nvPr/>
        </p:nvSpPr>
        <p:spPr bwMode="auto">
          <a:xfrm>
            <a:off x="9706076" y="7531004"/>
            <a:ext cx="6981618" cy="830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spAutoFit/>
          </a:bodyPr>
          <a:lstStyle>
            <a:lvl1pPr eaLnBrk="0" hangingPunct="0">
              <a:defRPr sz="5800">
                <a:solidFill>
                  <a:schemeClr val="tx1"/>
                </a:solidFill>
                <a:latin typeface="Arial" charset="0"/>
                <a:cs typeface="Arial" charset="0"/>
              </a:defRPr>
            </a:lvl1pPr>
            <a:lvl2pPr marL="742950" indent="-285750" eaLnBrk="0" hangingPunct="0">
              <a:defRPr sz="5800">
                <a:solidFill>
                  <a:schemeClr val="tx1"/>
                </a:solidFill>
                <a:latin typeface="Arial" charset="0"/>
                <a:cs typeface="Arial" charset="0"/>
              </a:defRPr>
            </a:lvl2pPr>
            <a:lvl3pPr marL="1143000" indent="-228600" eaLnBrk="0" hangingPunct="0">
              <a:defRPr sz="5800">
                <a:solidFill>
                  <a:schemeClr val="tx1"/>
                </a:solidFill>
                <a:latin typeface="Arial" charset="0"/>
                <a:cs typeface="Arial" charset="0"/>
              </a:defRPr>
            </a:lvl3pPr>
            <a:lvl4pPr marL="1600200" indent="-228600" eaLnBrk="0" hangingPunct="0">
              <a:defRPr sz="5800">
                <a:solidFill>
                  <a:schemeClr val="tx1"/>
                </a:solidFill>
                <a:latin typeface="Arial" charset="0"/>
                <a:cs typeface="Arial" charset="0"/>
              </a:defRPr>
            </a:lvl4pPr>
            <a:lvl5pPr marL="2057400" indent="-228600" eaLnBrk="0" hangingPunct="0">
              <a:defRPr sz="5800">
                <a:solidFill>
                  <a:schemeClr val="tx1"/>
                </a:solidFill>
                <a:latin typeface="Arial" charset="0"/>
                <a:cs typeface="Arial" charset="0"/>
              </a:defRPr>
            </a:lvl5pPr>
            <a:lvl6pPr marL="2514600" indent="-228600" defTabSz="2951163" eaLnBrk="0" fontAlgn="base" hangingPunct="0">
              <a:spcBef>
                <a:spcPct val="0"/>
              </a:spcBef>
              <a:spcAft>
                <a:spcPct val="0"/>
              </a:spcAft>
              <a:defRPr sz="5800">
                <a:solidFill>
                  <a:schemeClr val="tx1"/>
                </a:solidFill>
                <a:latin typeface="Arial" charset="0"/>
                <a:cs typeface="Arial" charset="0"/>
              </a:defRPr>
            </a:lvl6pPr>
            <a:lvl7pPr marL="2971800" indent="-228600" defTabSz="2951163" eaLnBrk="0" fontAlgn="base" hangingPunct="0">
              <a:spcBef>
                <a:spcPct val="0"/>
              </a:spcBef>
              <a:spcAft>
                <a:spcPct val="0"/>
              </a:spcAft>
              <a:defRPr sz="5800">
                <a:solidFill>
                  <a:schemeClr val="tx1"/>
                </a:solidFill>
                <a:latin typeface="Arial" charset="0"/>
                <a:cs typeface="Arial" charset="0"/>
              </a:defRPr>
            </a:lvl7pPr>
            <a:lvl8pPr marL="3429000" indent="-228600" defTabSz="2951163" eaLnBrk="0" fontAlgn="base" hangingPunct="0">
              <a:spcBef>
                <a:spcPct val="0"/>
              </a:spcBef>
              <a:spcAft>
                <a:spcPct val="0"/>
              </a:spcAft>
              <a:defRPr sz="5800">
                <a:solidFill>
                  <a:schemeClr val="tx1"/>
                </a:solidFill>
                <a:latin typeface="Arial" charset="0"/>
                <a:cs typeface="Arial" charset="0"/>
              </a:defRPr>
            </a:lvl8pPr>
            <a:lvl9pPr marL="3886200" indent="-228600" defTabSz="2951163" eaLnBrk="0" fontAlgn="base" hangingPunct="0">
              <a:spcBef>
                <a:spcPct val="0"/>
              </a:spcBef>
              <a:spcAft>
                <a:spcPct val="0"/>
              </a:spcAft>
              <a:defRPr sz="5800">
                <a:solidFill>
                  <a:schemeClr val="tx1"/>
                </a:solidFill>
                <a:latin typeface="Arial" charset="0"/>
                <a:cs typeface="Arial" charset="0"/>
              </a:defRPr>
            </a:lvl9pPr>
          </a:lstStyle>
          <a:p>
            <a:pPr eaLnBrk="1" hangingPunct="1"/>
            <a:r>
              <a:rPr lang="nl-NL" altLang="nl-NL" sz="4800">
                <a:solidFill>
                  <a:schemeClr val="bg1"/>
                </a:solidFill>
                <a:latin typeface="Arial"/>
                <a:cs typeface="Arial"/>
              </a:rPr>
              <a:t>Supervisors:</a:t>
            </a:r>
          </a:p>
        </p:txBody>
      </p:sp>
      <p:sp>
        <p:nvSpPr>
          <p:cNvPr id="45" name="Rechthoek 44"/>
          <p:cNvSpPr/>
          <p:nvPr/>
        </p:nvSpPr>
        <p:spPr>
          <a:xfrm>
            <a:off x="510132" y="9920348"/>
            <a:ext cx="13680000" cy="12126516"/>
          </a:xfrm>
          <a:prstGeom prst="rect">
            <a:avLst/>
          </a:prstGeom>
          <a:noFill/>
          <a:ln>
            <a:solidFill>
              <a:srgbClr val="009C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latin typeface="Arial"/>
              <a:cs typeface="Arial"/>
            </a:endParaRPr>
          </a:p>
        </p:txBody>
      </p:sp>
      <p:sp>
        <p:nvSpPr>
          <p:cNvPr id="57" name="Rechthoek 56"/>
          <p:cNvSpPr/>
          <p:nvPr/>
        </p:nvSpPr>
        <p:spPr>
          <a:xfrm>
            <a:off x="600322" y="23439031"/>
            <a:ext cx="13680000" cy="3968789"/>
          </a:xfrm>
          <a:prstGeom prst="rect">
            <a:avLst/>
          </a:prstGeom>
          <a:noFill/>
          <a:ln>
            <a:solidFill>
              <a:srgbClr val="009C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latin typeface="Arial"/>
              <a:cs typeface="Arial"/>
            </a:endParaRPr>
          </a:p>
        </p:txBody>
      </p:sp>
      <p:sp>
        <p:nvSpPr>
          <p:cNvPr id="59" name="Rechthoek 58"/>
          <p:cNvSpPr/>
          <p:nvPr/>
        </p:nvSpPr>
        <p:spPr>
          <a:xfrm>
            <a:off x="594525" y="33825379"/>
            <a:ext cx="13680000" cy="6516986"/>
          </a:xfrm>
          <a:prstGeom prst="rect">
            <a:avLst/>
          </a:prstGeom>
          <a:noFill/>
          <a:ln>
            <a:solidFill>
              <a:srgbClr val="009C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latin typeface="Arial"/>
              <a:cs typeface="Arial"/>
            </a:endParaRPr>
          </a:p>
        </p:txBody>
      </p:sp>
      <p:sp>
        <p:nvSpPr>
          <p:cNvPr id="63" name="Rechthoek 62"/>
          <p:cNvSpPr/>
          <p:nvPr/>
        </p:nvSpPr>
        <p:spPr>
          <a:xfrm>
            <a:off x="15999654" y="35949972"/>
            <a:ext cx="13680000" cy="4392393"/>
          </a:xfrm>
          <a:prstGeom prst="rect">
            <a:avLst/>
          </a:prstGeom>
          <a:noFill/>
          <a:ln>
            <a:solidFill>
              <a:srgbClr val="009C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latin typeface="Arial"/>
              <a:cs typeface="Arial"/>
            </a:endParaRPr>
          </a:p>
        </p:txBody>
      </p:sp>
      <p:sp>
        <p:nvSpPr>
          <p:cNvPr id="64" name="Rechthoek 63"/>
          <p:cNvSpPr/>
          <p:nvPr/>
        </p:nvSpPr>
        <p:spPr>
          <a:xfrm>
            <a:off x="15999654" y="41502403"/>
            <a:ext cx="13680000" cy="584774"/>
          </a:xfrm>
          <a:prstGeom prst="rect">
            <a:avLst/>
          </a:prstGeom>
          <a:noFill/>
          <a:ln>
            <a:solidFill>
              <a:srgbClr val="009C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latin typeface="Arial"/>
              <a:cs typeface="Arial"/>
            </a:endParaRPr>
          </a:p>
        </p:txBody>
      </p:sp>
      <p:sp>
        <p:nvSpPr>
          <p:cNvPr id="7" name="Rectangle 6">
            <a:extLst>
              <a:ext uri="{FF2B5EF4-FFF2-40B4-BE49-F238E27FC236}">
                <a16:creationId xmlns:a16="http://schemas.microsoft.com/office/drawing/2014/main" id="{B9007FF0-D619-480A-B166-EB9CD921587A}"/>
              </a:ext>
            </a:extLst>
          </p:cNvPr>
          <p:cNvSpPr/>
          <p:nvPr/>
        </p:nvSpPr>
        <p:spPr>
          <a:xfrm>
            <a:off x="600322" y="41502403"/>
            <a:ext cx="13680000" cy="584775"/>
          </a:xfrm>
          <a:prstGeom prst="rect">
            <a:avLst/>
          </a:prstGeom>
          <a:solidFill>
            <a:schemeClr val="bg1"/>
          </a:solidFill>
          <a:ln>
            <a:solidFill>
              <a:srgbClr val="009C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l-NL" sz="2800" err="1">
                <a:solidFill>
                  <a:srgbClr val="009C82"/>
                </a:solidFill>
                <a:latin typeface="Arial"/>
                <a:cs typeface="Arial"/>
              </a:rPr>
              <a:t>https</a:t>
            </a:r>
            <a:r>
              <a:rPr lang="nl-NL" sz="2800">
                <a:solidFill>
                  <a:srgbClr val="009C82"/>
                </a:solidFill>
                <a:latin typeface="Arial"/>
                <a:cs typeface="Arial"/>
              </a:rPr>
              <a:t>://</a:t>
            </a:r>
            <a:r>
              <a:rPr lang="nl-NL" sz="2800" err="1">
                <a:solidFill>
                  <a:srgbClr val="009C82"/>
                </a:solidFill>
                <a:latin typeface="Arial"/>
                <a:cs typeface="Arial"/>
              </a:rPr>
              <a:t>www.saxion.nl</a:t>
            </a:r>
            <a:r>
              <a:rPr lang="nl-NL" sz="2800">
                <a:solidFill>
                  <a:srgbClr val="009C82"/>
                </a:solidFill>
                <a:latin typeface="Arial"/>
                <a:cs typeface="Arial"/>
              </a:rPr>
              <a:t>/onderzoek/lectoraten/smart-</a:t>
            </a:r>
            <a:r>
              <a:rPr lang="nl-NL" sz="2800" err="1">
                <a:solidFill>
                  <a:srgbClr val="009C82"/>
                </a:solidFill>
                <a:latin typeface="Arial"/>
                <a:cs typeface="Arial"/>
              </a:rPr>
              <a:t>mechatronics</a:t>
            </a:r>
            <a:r>
              <a:rPr lang="nl-NL" sz="2800">
                <a:solidFill>
                  <a:srgbClr val="009C82"/>
                </a:solidFill>
                <a:latin typeface="Arial"/>
                <a:cs typeface="Arial"/>
              </a:rPr>
              <a:t>-</a:t>
            </a:r>
            <a:r>
              <a:rPr lang="nl-NL" sz="2800" err="1">
                <a:solidFill>
                  <a:srgbClr val="009C82"/>
                </a:solidFill>
                <a:latin typeface="Arial"/>
                <a:cs typeface="Arial"/>
              </a:rPr>
              <a:t>and-robotics</a:t>
            </a:r>
            <a:endParaRPr lang="nl-NL" sz="2800">
              <a:solidFill>
                <a:srgbClr val="009C82"/>
              </a:solidFill>
              <a:latin typeface="Arial"/>
              <a:cs typeface="Arial"/>
            </a:endParaRPr>
          </a:p>
        </p:txBody>
      </p:sp>
      <p:sp>
        <p:nvSpPr>
          <p:cNvPr id="117" name="Rechthoek 116">
            <a:extLst>
              <a:ext uri="{FF2B5EF4-FFF2-40B4-BE49-F238E27FC236}">
                <a16:creationId xmlns:a16="http://schemas.microsoft.com/office/drawing/2014/main" id="{95234DB2-B55B-9BEE-8170-4920D5BA6071}"/>
              </a:ext>
            </a:extLst>
          </p:cNvPr>
          <p:cNvSpPr/>
          <p:nvPr/>
        </p:nvSpPr>
        <p:spPr>
          <a:xfrm>
            <a:off x="15999654" y="9920348"/>
            <a:ext cx="13680000" cy="4449877"/>
          </a:xfrm>
          <a:prstGeom prst="rect">
            <a:avLst/>
          </a:prstGeom>
          <a:noFill/>
          <a:ln>
            <a:solidFill>
              <a:srgbClr val="009C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rial"/>
              <a:cs typeface="Arial"/>
            </a:endParaRPr>
          </a:p>
        </p:txBody>
      </p:sp>
      <p:sp>
        <p:nvSpPr>
          <p:cNvPr id="119" name="Rechthoek 118">
            <a:extLst>
              <a:ext uri="{FF2B5EF4-FFF2-40B4-BE49-F238E27FC236}">
                <a16:creationId xmlns:a16="http://schemas.microsoft.com/office/drawing/2014/main" id="{1E3F3442-979E-B70E-0504-3AA08C2231DB}"/>
              </a:ext>
            </a:extLst>
          </p:cNvPr>
          <p:cNvSpPr/>
          <p:nvPr/>
        </p:nvSpPr>
        <p:spPr>
          <a:xfrm>
            <a:off x="15998502" y="14717884"/>
            <a:ext cx="13680000" cy="7326145"/>
          </a:xfrm>
          <a:prstGeom prst="rect">
            <a:avLst/>
          </a:prstGeom>
          <a:noFill/>
          <a:ln>
            <a:solidFill>
              <a:srgbClr val="009C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rial"/>
              <a:cs typeface="Arial"/>
            </a:endParaRPr>
          </a:p>
        </p:txBody>
      </p:sp>
      <p:sp>
        <p:nvSpPr>
          <p:cNvPr id="120" name="Rechthoek 119">
            <a:extLst>
              <a:ext uri="{FF2B5EF4-FFF2-40B4-BE49-F238E27FC236}">
                <a16:creationId xmlns:a16="http://schemas.microsoft.com/office/drawing/2014/main" id="{891CCA91-0F04-A1F8-4754-2F7400838061}"/>
              </a:ext>
            </a:extLst>
          </p:cNvPr>
          <p:cNvSpPr/>
          <p:nvPr/>
        </p:nvSpPr>
        <p:spPr>
          <a:xfrm>
            <a:off x="15999654" y="27580460"/>
            <a:ext cx="13680000" cy="7145282"/>
          </a:xfrm>
          <a:prstGeom prst="rect">
            <a:avLst/>
          </a:prstGeom>
          <a:noFill/>
          <a:ln>
            <a:solidFill>
              <a:srgbClr val="009C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latin typeface="Arial"/>
              <a:cs typeface="Arial"/>
            </a:endParaRPr>
          </a:p>
        </p:txBody>
      </p:sp>
      <p:sp>
        <p:nvSpPr>
          <p:cNvPr id="127" name="Tekstvak 20">
            <a:extLst>
              <a:ext uri="{FF2B5EF4-FFF2-40B4-BE49-F238E27FC236}">
                <a16:creationId xmlns:a16="http://schemas.microsoft.com/office/drawing/2014/main" id="{C0206DEC-790E-F75B-48D0-33BFCE3A7AE5}"/>
              </a:ext>
            </a:extLst>
          </p:cNvPr>
          <p:cNvSpPr txBox="1">
            <a:spLocks noChangeArrowheads="1"/>
          </p:cNvSpPr>
          <p:nvPr/>
        </p:nvSpPr>
        <p:spPr bwMode="auto">
          <a:xfrm>
            <a:off x="16148099" y="10091649"/>
            <a:ext cx="13320000" cy="3016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eaLnBrk="0" hangingPunct="0">
              <a:defRPr sz="5800">
                <a:solidFill>
                  <a:schemeClr val="tx1"/>
                </a:solidFill>
                <a:latin typeface="Arial" charset="0"/>
                <a:cs typeface="Arial" charset="0"/>
              </a:defRPr>
            </a:lvl1pPr>
            <a:lvl2pPr marL="742950" indent="-285750" eaLnBrk="0" hangingPunct="0">
              <a:defRPr sz="5800">
                <a:solidFill>
                  <a:schemeClr val="tx1"/>
                </a:solidFill>
                <a:latin typeface="Arial" charset="0"/>
                <a:cs typeface="Arial" charset="0"/>
              </a:defRPr>
            </a:lvl2pPr>
            <a:lvl3pPr marL="1143000" indent="-228600" eaLnBrk="0" hangingPunct="0">
              <a:defRPr sz="5800">
                <a:solidFill>
                  <a:schemeClr val="tx1"/>
                </a:solidFill>
                <a:latin typeface="Arial" charset="0"/>
                <a:cs typeface="Arial" charset="0"/>
              </a:defRPr>
            </a:lvl3pPr>
            <a:lvl4pPr marL="1600200" indent="-228600" eaLnBrk="0" hangingPunct="0">
              <a:defRPr sz="5800">
                <a:solidFill>
                  <a:schemeClr val="tx1"/>
                </a:solidFill>
                <a:latin typeface="Arial" charset="0"/>
                <a:cs typeface="Arial" charset="0"/>
              </a:defRPr>
            </a:lvl4pPr>
            <a:lvl5pPr marL="2057400" indent="-228600" eaLnBrk="0" hangingPunct="0">
              <a:defRPr sz="5800">
                <a:solidFill>
                  <a:schemeClr val="tx1"/>
                </a:solidFill>
                <a:latin typeface="Arial" charset="0"/>
                <a:cs typeface="Arial" charset="0"/>
              </a:defRPr>
            </a:lvl5pPr>
            <a:lvl6pPr marL="2514600" indent="-228600" defTabSz="2951163" eaLnBrk="0" fontAlgn="base" hangingPunct="0">
              <a:spcBef>
                <a:spcPct val="0"/>
              </a:spcBef>
              <a:spcAft>
                <a:spcPct val="0"/>
              </a:spcAft>
              <a:defRPr sz="5800">
                <a:solidFill>
                  <a:schemeClr val="tx1"/>
                </a:solidFill>
                <a:latin typeface="Arial" charset="0"/>
                <a:cs typeface="Arial" charset="0"/>
              </a:defRPr>
            </a:lvl6pPr>
            <a:lvl7pPr marL="2971800" indent="-228600" defTabSz="2951163" eaLnBrk="0" fontAlgn="base" hangingPunct="0">
              <a:spcBef>
                <a:spcPct val="0"/>
              </a:spcBef>
              <a:spcAft>
                <a:spcPct val="0"/>
              </a:spcAft>
              <a:defRPr sz="5800">
                <a:solidFill>
                  <a:schemeClr val="tx1"/>
                </a:solidFill>
                <a:latin typeface="Arial" charset="0"/>
                <a:cs typeface="Arial" charset="0"/>
              </a:defRPr>
            </a:lvl7pPr>
            <a:lvl8pPr marL="3429000" indent="-228600" defTabSz="2951163" eaLnBrk="0" fontAlgn="base" hangingPunct="0">
              <a:spcBef>
                <a:spcPct val="0"/>
              </a:spcBef>
              <a:spcAft>
                <a:spcPct val="0"/>
              </a:spcAft>
              <a:defRPr sz="5800">
                <a:solidFill>
                  <a:schemeClr val="tx1"/>
                </a:solidFill>
                <a:latin typeface="Arial" charset="0"/>
                <a:cs typeface="Arial" charset="0"/>
              </a:defRPr>
            </a:lvl8pPr>
            <a:lvl9pPr marL="3886200" indent="-228600" defTabSz="2951163" eaLnBrk="0" fontAlgn="base" hangingPunct="0">
              <a:spcBef>
                <a:spcPct val="0"/>
              </a:spcBef>
              <a:spcAft>
                <a:spcPct val="0"/>
              </a:spcAft>
              <a:defRPr sz="5800">
                <a:solidFill>
                  <a:schemeClr val="tx1"/>
                </a:solidFill>
                <a:latin typeface="Arial" charset="0"/>
                <a:cs typeface="Arial" charset="0"/>
              </a:defRPr>
            </a:lvl9pPr>
          </a:lstStyle>
          <a:p>
            <a:pPr marL="457200" indent="-457200" algn="just" eaLnBrk="1" hangingPunct="1">
              <a:buFont typeface="Arial"/>
              <a:buChar char="•"/>
            </a:pPr>
            <a:r>
              <a:rPr lang="en-GB" sz="3800">
                <a:latin typeface="Arial"/>
                <a:cs typeface="Arial"/>
              </a:rPr>
              <a:t>Building hardware configuration setup for one axis of the robot.</a:t>
            </a:r>
          </a:p>
          <a:p>
            <a:pPr marL="457200" indent="-457200" algn="just">
              <a:buFont typeface="Arial"/>
              <a:buChar char="•"/>
            </a:pPr>
            <a:r>
              <a:rPr lang="en-GB" sz="3800">
                <a:latin typeface="Arial"/>
                <a:cs typeface="Arial"/>
              </a:rPr>
              <a:t>Commissioning the movement of the Z-axis of the robot.</a:t>
            </a:r>
          </a:p>
          <a:p>
            <a:pPr marL="457200" indent="-457200" algn="just">
              <a:buFont typeface="Arial"/>
              <a:buChar char="•"/>
            </a:pPr>
            <a:r>
              <a:rPr lang="en-GB" sz="3800">
                <a:latin typeface="Arial"/>
                <a:cs typeface="Arial"/>
              </a:rPr>
              <a:t>Control the </a:t>
            </a:r>
            <a:r>
              <a:rPr lang="en-GB" sz="3800" err="1">
                <a:latin typeface="Arial"/>
                <a:cs typeface="Arial"/>
              </a:rPr>
              <a:t>EtherCAT</a:t>
            </a:r>
            <a:r>
              <a:rPr lang="en-GB" sz="3800">
                <a:latin typeface="Arial"/>
                <a:cs typeface="Arial"/>
              </a:rPr>
              <a:t> motor drive from PLC/Master side</a:t>
            </a:r>
          </a:p>
          <a:p>
            <a:pPr marL="457200" indent="-457200" algn="just">
              <a:buFont typeface="Arial"/>
              <a:buChar char="•"/>
            </a:pPr>
            <a:r>
              <a:rPr lang="en-GB" sz="3800">
                <a:latin typeface="Arial"/>
                <a:cs typeface="Arial"/>
              </a:rPr>
              <a:t>Real-time testing and implementation.</a:t>
            </a:r>
            <a:endParaRPr lang="en-GB"/>
          </a:p>
        </p:txBody>
      </p:sp>
      <p:sp>
        <p:nvSpPr>
          <p:cNvPr id="134" name="Tekstvak 20">
            <a:extLst>
              <a:ext uri="{FF2B5EF4-FFF2-40B4-BE49-F238E27FC236}">
                <a16:creationId xmlns:a16="http://schemas.microsoft.com/office/drawing/2014/main" id="{D7202CDD-C320-C757-C3CE-909E7C720816}"/>
              </a:ext>
            </a:extLst>
          </p:cNvPr>
          <p:cNvSpPr txBox="1">
            <a:spLocks noChangeArrowheads="1"/>
          </p:cNvSpPr>
          <p:nvPr/>
        </p:nvSpPr>
        <p:spPr bwMode="auto">
          <a:xfrm>
            <a:off x="16119217" y="14881578"/>
            <a:ext cx="1332000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5800">
                <a:solidFill>
                  <a:schemeClr val="tx1"/>
                </a:solidFill>
                <a:latin typeface="Arial" charset="0"/>
                <a:cs typeface="Arial" charset="0"/>
              </a:defRPr>
            </a:lvl1pPr>
            <a:lvl2pPr marL="742950" indent="-285750" eaLnBrk="0" hangingPunct="0">
              <a:defRPr sz="5800">
                <a:solidFill>
                  <a:schemeClr val="tx1"/>
                </a:solidFill>
                <a:latin typeface="Arial" charset="0"/>
                <a:cs typeface="Arial" charset="0"/>
              </a:defRPr>
            </a:lvl2pPr>
            <a:lvl3pPr marL="1143000" indent="-228600" eaLnBrk="0" hangingPunct="0">
              <a:defRPr sz="5800">
                <a:solidFill>
                  <a:schemeClr val="tx1"/>
                </a:solidFill>
                <a:latin typeface="Arial" charset="0"/>
                <a:cs typeface="Arial" charset="0"/>
              </a:defRPr>
            </a:lvl3pPr>
            <a:lvl4pPr marL="1600200" indent="-228600" eaLnBrk="0" hangingPunct="0">
              <a:defRPr sz="5800">
                <a:solidFill>
                  <a:schemeClr val="tx1"/>
                </a:solidFill>
                <a:latin typeface="Arial" charset="0"/>
                <a:cs typeface="Arial" charset="0"/>
              </a:defRPr>
            </a:lvl4pPr>
            <a:lvl5pPr marL="2057400" indent="-228600" eaLnBrk="0" hangingPunct="0">
              <a:defRPr sz="5800">
                <a:solidFill>
                  <a:schemeClr val="tx1"/>
                </a:solidFill>
                <a:latin typeface="Arial" charset="0"/>
                <a:cs typeface="Arial" charset="0"/>
              </a:defRPr>
            </a:lvl5pPr>
            <a:lvl6pPr marL="2514600" indent="-228600" defTabSz="2951163" eaLnBrk="0" fontAlgn="base" hangingPunct="0">
              <a:spcBef>
                <a:spcPct val="0"/>
              </a:spcBef>
              <a:spcAft>
                <a:spcPct val="0"/>
              </a:spcAft>
              <a:defRPr sz="5800">
                <a:solidFill>
                  <a:schemeClr val="tx1"/>
                </a:solidFill>
                <a:latin typeface="Arial" charset="0"/>
                <a:cs typeface="Arial" charset="0"/>
              </a:defRPr>
            </a:lvl6pPr>
            <a:lvl7pPr marL="2971800" indent="-228600" defTabSz="2951163" eaLnBrk="0" fontAlgn="base" hangingPunct="0">
              <a:spcBef>
                <a:spcPct val="0"/>
              </a:spcBef>
              <a:spcAft>
                <a:spcPct val="0"/>
              </a:spcAft>
              <a:defRPr sz="5800">
                <a:solidFill>
                  <a:schemeClr val="tx1"/>
                </a:solidFill>
                <a:latin typeface="Arial" charset="0"/>
                <a:cs typeface="Arial" charset="0"/>
              </a:defRPr>
            </a:lvl7pPr>
            <a:lvl8pPr marL="3429000" indent="-228600" defTabSz="2951163" eaLnBrk="0" fontAlgn="base" hangingPunct="0">
              <a:spcBef>
                <a:spcPct val="0"/>
              </a:spcBef>
              <a:spcAft>
                <a:spcPct val="0"/>
              </a:spcAft>
              <a:defRPr sz="5800">
                <a:solidFill>
                  <a:schemeClr val="tx1"/>
                </a:solidFill>
                <a:latin typeface="Arial" charset="0"/>
                <a:cs typeface="Arial" charset="0"/>
              </a:defRPr>
            </a:lvl8pPr>
            <a:lvl9pPr marL="3886200" indent="-228600" defTabSz="2951163" eaLnBrk="0" fontAlgn="base" hangingPunct="0">
              <a:spcBef>
                <a:spcPct val="0"/>
              </a:spcBef>
              <a:spcAft>
                <a:spcPct val="0"/>
              </a:spcAft>
              <a:defRPr sz="5800">
                <a:solidFill>
                  <a:schemeClr val="tx1"/>
                </a:solidFill>
                <a:latin typeface="Arial" charset="0"/>
                <a:cs typeface="Arial" charset="0"/>
              </a:defRPr>
            </a:lvl9pPr>
          </a:lstStyle>
          <a:p>
            <a:pPr algn="just" eaLnBrk="1" hangingPunct="1"/>
            <a:r>
              <a:rPr lang="en-GB" sz="3000">
                <a:latin typeface="Arial"/>
                <a:cs typeface="Arial"/>
              </a:rPr>
              <a:t>Supporting visualisations or data to show results, e.g.:</a:t>
            </a:r>
            <a:endParaRPr lang="nl-NL" altLang="nl-NL" sz="3000">
              <a:latin typeface="Arial"/>
              <a:cs typeface="Arial"/>
            </a:endParaRPr>
          </a:p>
        </p:txBody>
      </p:sp>
      <p:sp>
        <p:nvSpPr>
          <p:cNvPr id="150" name="Tekstvak 20">
            <a:extLst>
              <a:ext uri="{FF2B5EF4-FFF2-40B4-BE49-F238E27FC236}">
                <a16:creationId xmlns:a16="http://schemas.microsoft.com/office/drawing/2014/main" id="{7D780011-8FDD-CFA7-2D21-E6D2F6467295}"/>
              </a:ext>
            </a:extLst>
          </p:cNvPr>
          <p:cNvSpPr txBox="1">
            <a:spLocks noChangeArrowheads="1"/>
          </p:cNvSpPr>
          <p:nvPr/>
        </p:nvSpPr>
        <p:spPr bwMode="auto">
          <a:xfrm>
            <a:off x="16179653" y="27968390"/>
            <a:ext cx="13320000"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5800">
                <a:solidFill>
                  <a:schemeClr val="tx1"/>
                </a:solidFill>
                <a:latin typeface="Arial" charset="0"/>
                <a:cs typeface="Arial" charset="0"/>
              </a:defRPr>
            </a:lvl1pPr>
            <a:lvl2pPr marL="742950" indent="-285750" eaLnBrk="0" hangingPunct="0">
              <a:defRPr sz="5800">
                <a:solidFill>
                  <a:schemeClr val="tx1"/>
                </a:solidFill>
                <a:latin typeface="Arial" charset="0"/>
                <a:cs typeface="Arial" charset="0"/>
              </a:defRPr>
            </a:lvl2pPr>
            <a:lvl3pPr marL="1143000" indent="-228600" eaLnBrk="0" hangingPunct="0">
              <a:defRPr sz="5800">
                <a:solidFill>
                  <a:schemeClr val="tx1"/>
                </a:solidFill>
                <a:latin typeface="Arial" charset="0"/>
                <a:cs typeface="Arial" charset="0"/>
              </a:defRPr>
            </a:lvl3pPr>
            <a:lvl4pPr marL="1600200" indent="-228600" eaLnBrk="0" hangingPunct="0">
              <a:defRPr sz="5800">
                <a:solidFill>
                  <a:schemeClr val="tx1"/>
                </a:solidFill>
                <a:latin typeface="Arial" charset="0"/>
                <a:cs typeface="Arial" charset="0"/>
              </a:defRPr>
            </a:lvl4pPr>
            <a:lvl5pPr marL="2057400" indent="-228600" eaLnBrk="0" hangingPunct="0">
              <a:defRPr sz="5800">
                <a:solidFill>
                  <a:schemeClr val="tx1"/>
                </a:solidFill>
                <a:latin typeface="Arial" charset="0"/>
                <a:cs typeface="Arial" charset="0"/>
              </a:defRPr>
            </a:lvl5pPr>
            <a:lvl6pPr marL="2514600" indent="-228600" defTabSz="2951163" eaLnBrk="0" fontAlgn="base" hangingPunct="0">
              <a:spcBef>
                <a:spcPct val="0"/>
              </a:spcBef>
              <a:spcAft>
                <a:spcPct val="0"/>
              </a:spcAft>
              <a:defRPr sz="5800">
                <a:solidFill>
                  <a:schemeClr val="tx1"/>
                </a:solidFill>
                <a:latin typeface="Arial" charset="0"/>
                <a:cs typeface="Arial" charset="0"/>
              </a:defRPr>
            </a:lvl6pPr>
            <a:lvl7pPr marL="2971800" indent="-228600" defTabSz="2951163" eaLnBrk="0" fontAlgn="base" hangingPunct="0">
              <a:spcBef>
                <a:spcPct val="0"/>
              </a:spcBef>
              <a:spcAft>
                <a:spcPct val="0"/>
              </a:spcAft>
              <a:defRPr sz="5800">
                <a:solidFill>
                  <a:schemeClr val="tx1"/>
                </a:solidFill>
                <a:latin typeface="Arial" charset="0"/>
                <a:cs typeface="Arial" charset="0"/>
              </a:defRPr>
            </a:lvl7pPr>
            <a:lvl8pPr marL="3429000" indent="-228600" defTabSz="2951163" eaLnBrk="0" fontAlgn="base" hangingPunct="0">
              <a:spcBef>
                <a:spcPct val="0"/>
              </a:spcBef>
              <a:spcAft>
                <a:spcPct val="0"/>
              </a:spcAft>
              <a:defRPr sz="5800">
                <a:solidFill>
                  <a:schemeClr val="tx1"/>
                </a:solidFill>
                <a:latin typeface="Arial" charset="0"/>
                <a:cs typeface="Arial" charset="0"/>
              </a:defRPr>
            </a:lvl8pPr>
            <a:lvl9pPr marL="3886200" indent="-228600" defTabSz="2951163" eaLnBrk="0" fontAlgn="base" hangingPunct="0">
              <a:spcBef>
                <a:spcPct val="0"/>
              </a:spcBef>
              <a:spcAft>
                <a:spcPct val="0"/>
              </a:spcAft>
              <a:defRPr sz="5800">
                <a:solidFill>
                  <a:schemeClr val="tx1"/>
                </a:solidFill>
                <a:latin typeface="Arial" charset="0"/>
                <a:cs typeface="Arial" charset="0"/>
              </a:defRPr>
            </a:lvl9pPr>
          </a:lstStyle>
          <a:p>
            <a:pPr algn="just" eaLnBrk="1" hangingPunct="1"/>
            <a:r>
              <a:rPr lang="en-GB" sz="3000">
                <a:latin typeface="Arial"/>
                <a:cs typeface="Arial"/>
              </a:rPr>
              <a:t>Supporting visualisations or data to request guidance / input, e.g.:  </a:t>
            </a:r>
            <a:endParaRPr lang="nl-NL" altLang="nl-NL" sz="3000">
              <a:latin typeface="Arial"/>
              <a:cs typeface="Arial"/>
            </a:endParaRPr>
          </a:p>
        </p:txBody>
      </p:sp>
      <p:sp>
        <p:nvSpPr>
          <p:cNvPr id="151" name="Tekstvak 19">
            <a:extLst>
              <a:ext uri="{FF2B5EF4-FFF2-40B4-BE49-F238E27FC236}">
                <a16:creationId xmlns:a16="http://schemas.microsoft.com/office/drawing/2014/main" id="{3D2CDD3A-0E1D-E8E9-8F7B-C5124F69AA43}"/>
              </a:ext>
            </a:extLst>
          </p:cNvPr>
          <p:cNvSpPr txBox="1">
            <a:spLocks noChangeArrowheads="1"/>
          </p:cNvSpPr>
          <p:nvPr/>
        </p:nvSpPr>
        <p:spPr bwMode="auto">
          <a:xfrm>
            <a:off x="595891" y="32748893"/>
            <a:ext cx="13680000" cy="864000"/>
          </a:xfrm>
          <a:prstGeom prst="rect">
            <a:avLst/>
          </a:prstGeom>
          <a:solidFill>
            <a:srgbClr val="009C82"/>
          </a:solidFill>
          <a:ln>
            <a:noFill/>
          </a:ln>
        </p:spPr>
        <p:txBody>
          <a:bodyPr wrap="square" anchor="ctr">
            <a:spAutoFit/>
          </a:bodyPr>
          <a:lstStyle>
            <a:lvl1pPr eaLnBrk="0" hangingPunct="0">
              <a:defRPr sz="5800">
                <a:solidFill>
                  <a:schemeClr val="tx1"/>
                </a:solidFill>
                <a:latin typeface="Arial" charset="0"/>
                <a:cs typeface="Arial" charset="0"/>
              </a:defRPr>
            </a:lvl1pPr>
            <a:lvl2pPr marL="742950" indent="-285750" eaLnBrk="0" hangingPunct="0">
              <a:defRPr sz="5800">
                <a:solidFill>
                  <a:schemeClr val="tx1"/>
                </a:solidFill>
                <a:latin typeface="Arial" charset="0"/>
                <a:cs typeface="Arial" charset="0"/>
              </a:defRPr>
            </a:lvl2pPr>
            <a:lvl3pPr marL="1143000" indent="-228600" eaLnBrk="0" hangingPunct="0">
              <a:defRPr sz="5800">
                <a:solidFill>
                  <a:schemeClr val="tx1"/>
                </a:solidFill>
                <a:latin typeface="Arial" charset="0"/>
                <a:cs typeface="Arial" charset="0"/>
              </a:defRPr>
            </a:lvl3pPr>
            <a:lvl4pPr marL="1600200" indent="-228600" eaLnBrk="0" hangingPunct="0">
              <a:defRPr sz="5800">
                <a:solidFill>
                  <a:schemeClr val="tx1"/>
                </a:solidFill>
                <a:latin typeface="Arial" charset="0"/>
                <a:cs typeface="Arial" charset="0"/>
              </a:defRPr>
            </a:lvl4pPr>
            <a:lvl5pPr marL="2057400" indent="-228600" eaLnBrk="0" hangingPunct="0">
              <a:defRPr sz="5800">
                <a:solidFill>
                  <a:schemeClr val="tx1"/>
                </a:solidFill>
                <a:latin typeface="Arial" charset="0"/>
                <a:cs typeface="Arial" charset="0"/>
              </a:defRPr>
            </a:lvl5pPr>
            <a:lvl6pPr marL="2514600" indent="-228600" defTabSz="2951163" eaLnBrk="0" fontAlgn="base" hangingPunct="0">
              <a:spcBef>
                <a:spcPct val="0"/>
              </a:spcBef>
              <a:spcAft>
                <a:spcPct val="0"/>
              </a:spcAft>
              <a:defRPr sz="5800">
                <a:solidFill>
                  <a:schemeClr val="tx1"/>
                </a:solidFill>
                <a:latin typeface="Arial" charset="0"/>
                <a:cs typeface="Arial" charset="0"/>
              </a:defRPr>
            </a:lvl6pPr>
            <a:lvl7pPr marL="2971800" indent="-228600" defTabSz="2951163" eaLnBrk="0" fontAlgn="base" hangingPunct="0">
              <a:spcBef>
                <a:spcPct val="0"/>
              </a:spcBef>
              <a:spcAft>
                <a:spcPct val="0"/>
              </a:spcAft>
              <a:defRPr sz="5800">
                <a:solidFill>
                  <a:schemeClr val="tx1"/>
                </a:solidFill>
                <a:latin typeface="Arial" charset="0"/>
                <a:cs typeface="Arial" charset="0"/>
              </a:defRPr>
            </a:lvl7pPr>
            <a:lvl8pPr marL="3429000" indent="-228600" defTabSz="2951163" eaLnBrk="0" fontAlgn="base" hangingPunct="0">
              <a:spcBef>
                <a:spcPct val="0"/>
              </a:spcBef>
              <a:spcAft>
                <a:spcPct val="0"/>
              </a:spcAft>
              <a:defRPr sz="5800">
                <a:solidFill>
                  <a:schemeClr val="tx1"/>
                </a:solidFill>
                <a:latin typeface="Arial" charset="0"/>
                <a:cs typeface="Arial" charset="0"/>
              </a:defRPr>
            </a:lvl8pPr>
            <a:lvl9pPr marL="3886200" indent="-228600" defTabSz="2951163" eaLnBrk="0" fontAlgn="base" hangingPunct="0">
              <a:spcBef>
                <a:spcPct val="0"/>
              </a:spcBef>
              <a:spcAft>
                <a:spcPct val="0"/>
              </a:spcAft>
              <a:defRPr sz="5800">
                <a:solidFill>
                  <a:schemeClr val="tx1"/>
                </a:solidFill>
                <a:latin typeface="Arial" charset="0"/>
                <a:cs typeface="Arial" charset="0"/>
              </a:defRPr>
            </a:lvl9pPr>
          </a:lstStyle>
          <a:p>
            <a:pPr algn="ctr" eaLnBrk="1" hangingPunct="1"/>
            <a:r>
              <a:rPr lang="nl-NL" altLang="nl-NL" sz="4800" b="1">
                <a:solidFill>
                  <a:schemeClr val="bg1"/>
                </a:solidFill>
                <a:latin typeface="Arial"/>
                <a:cs typeface="Arial"/>
              </a:rPr>
              <a:t>Timeline </a:t>
            </a:r>
            <a:r>
              <a:rPr lang="nl-NL" altLang="nl-NL" sz="4800" b="1" err="1">
                <a:solidFill>
                  <a:schemeClr val="bg1"/>
                </a:solidFill>
                <a:latin typeface="Arial"/>
                <a:cs typeface="Arial"/>
              </a:rPr>
              <a:t>and</a:t>
            </a:r>
            <a:r>
              <a:rPr lang="nl-NL" altLang="nl-NL" sz="4800" b="1">
                <a:solidFill>
                  <a:schemeClr val="bg1"/>
                </a:solidFill>
                <a:latin typeface="Arial"/>
                <a:cs typeface="Arial"/>
              </a:rPr>
              <a:t> </a:t>
            </a:r>
            <a:r>
              <a:rPr lang="nl-NL" altLang="nl-NL" sz="4800" b="1" err="1">
                <a:solidFill>
                  <a:schemeClr val="bg1"/>
                </a:solidFill>
                <a:latin typeface="Arial"/>
                <a:cs typeface="Arial"/>
              </a:rPr>
              <a:t>progress</a:t>
            </a:r>
            <a:endParaRPr lang="nl-NL" altLang="nl-NL" sz="4800" b="1">
              <a:solidFill>
                <a:schemeClr val="bg1"/>
              </a:solidFill>
              <a:latin typeface="Arial"/>
              <a:cs typeface="Arial"/>
            </a:endParaRPr>
          </a:p>
        </p:txBody>
      </p:sp>
      <p:pic>
        <p:nvPicPr>
          <p:cNvPr id="8" name="Afbeelding 7">
            <a:extLst>
              <a:ext uri="{FF2B5EF4-FFF2-40B4-BE49-F238E27FC236}">
                <a16:creationId xmlns:a16="http://schemas.microsoft.com/office/drawing/2014/main" id="{C6A0C25B-FD53-9B15-E6C2-010677183905}"/>
              </a:ext>
            </a:extLst>
          </p:cNvPr>
          <p:cNvPicPr>
            <a:picLocks noChangeAspect="1"/>
          </p:cNvPicPr>
          <p:nvPr/>
        </p:nvPicPr>
        <p:blipFill>
          <a:blip r:embed="rId3"/>
          <a:stretch>
            <a:fillRect/>
          </a:stretch>
        </p:blipFill>
        <p:spPr>
          <a:xfrm>
            <a:off x="8257117" y="28368010"/>
            <a:ext cx="5882490" cy="2470519"/>
          </a:xfrm>
          <a:prstGeom prst="rect">
            <a:avLst/>
          </a:prstGeom>
        </p:spPr>
      </p:pic>
      <p:pic>
        <p:nvPicPr>
          <p:cNvPr id="4" name="Afbeelding 3" descr="Afbeelding met schermopname, cirkel, diagram, ontwerp&#10;&#10;Door AI gegenereerde inhoud is mogelijk onjuist.">
            <a:extLst>
              <a:ext uri="{FF2B5EF4-FFF2-40B4-BE49-F238E27FC236}">
                <a16:creationId xmlns:a16="http://schemas.microsoft.com/office/drawing/2014/main" id="{A2271B46-6DDC-F9EC-6A60-9793EA5CE80A}"/>
              </a:ext>
            </a:extLst>
          </p:cNvPr>
          <p:cNvPicPr>
            <a:picLocks noChangeAspect="1"/>
          </p:cNvPicPr>
          <p:nvPr/>
        </p:nvPicPr>
        <p:blipFill>
          <a:blip r:embed="rId4"/>
          <a:stretch>
            <a:fillRect/>
          </a:stretch>
        </p:blipFill>
        <p:spPr>
          <a:xfrm>
            <a:off x="789445" y="27681899"/>
            <a:ext cx="7009150" cy="4869394"/>
          </a:xfrm>
          <a:prstGeom prst="rect">
            <a:avLst/>
          </a:prstGeom>
        </p:spPr>
      </p:pic>
      <p:sp>
        <p:nvSpPr>
          <p:cNvPr id="22" name="Tekstvak 19">
            <a:extLst>
              <a:ext uri="{FF2B5EF4-FFF2-40B4-BE49-F238E27FC236}">
                <a16:creationId xmlns:a16="http://schemas.microsoft.com/office/drawing/2014/main" id="{09176E99-7889-19B2-EBB4-AA825EDE08EC}"/>
              </a:ext>
            </a:extLst>
          </p:cNvPr>
          <p:cNvSpPr txBox="1">
            <a:spLocks noChangeArrowheads="1"/>
          </p:cNvSpPr>
          <p:nvPr/>
        </p:nvSpPr>
        <p:spPr bwMode="auto">
          <a:xfrm>
            <a:off x="9706076" y="6220478"/>
            <a:ext cx="1846873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eaLnBrk="0" hangingPunct="0">
              <a:defRPr sz="5800">
                <a:solidFill>
                  <a:schemeClr val="tx1"/>
                </a:solidFill>
                <a:latin typeface="Arial" charset="0"/>
                <a:cs typeface="Arial" charset="0"/>
              </a:defRPr>
            </a:lvl1pPr>
            <a:lvl2pPr marL="742950" indent="-285750" eaLnBrk="0" hangingPunct="0">
              <a:defRPr sz="5800">
                <a:solidFill>
                  <a:schemeClr val="tx1"/>
                </a:solidFill>
                <a:latin typeface="Arial" charset="0"/>
                <a:cs typeface="Arial" charset="0"/>
              </a:defRPr>
            </a:lvl2pPr>
            <a:lvl3pPr marL="1143000" indent="-228600" eaLnBrk="0" hangingPunct="0">
              <a:defRPr sz="5800">
                <a:solidFill>
                  <a:schemeClr val="tx1"/>
                </a:solidFill>
                <a:latin typeface="Arial" charset="0"/>
                <a:cs typeface="Arial" charset="0"/>
              </a:defRPr>
            </a:lvl3pPr>
            <a:lvl4pPr marL="1600200" indent="-228600" eaLnBrk="0" hangingPunct="0">
              <a:defRPr sz="5800">
                <a:solidFill>
                  <a:schemeClr val="tx1"/>
                </a:solidFill>
                <a:latin typeface="Arial" charset="0"/>
                <a:cs typeface="Arial" charset="0"/>
              </a:defRPr>
            </a:lvl4pPr>
            <a:lvl5pPr marL="2057400" indent="-228600" eaLnBrk="0" hangingPunct="0">
              <a:defRPr sz="5800">
                <a:solidFill>
                  <a:schemeClr val="tx1"/>
                </a:solidFill>
                <a:latin typeface="Arial" charset="0"/>
                <a:cs typeface="Arial" charset="0"/>
              </a:defRPr>
            </a:lvl5pPr>
            <a:lvl6pPr marL="2514600" indent="-228600" defTabSz="2951163" eaLnBrk="0" fontAlgn="base" hangingPunct="0">
              <a:spcBef>
                <a:spcPct val="0"/>
              </a:spcBef>
              <a:spcAft>
                <a:spcPct val="0"/>
              </a:spcAft>
              <a:defRPr sz="5800">
                <a:solidFill>
                  <a:schemeClr val="tx1"/>
                </a:solidFill>
                <a:latin typeface="Arial" charset="0"/>
                <a:cs typeface="Arial" charset="0"/>
              </a:defRPr>
            </a:lvl6pPr>
            <a:lvl7pPr marL="2971800" indent="-228600" defTabSz="2951163" eaLnBrk="0" fontAlgn="base" hangingPunct="0">
              <a:spcBef>
                <a:spcPct val="0"/>
              </a:spcBef>
              <a:spcAft>
                <a:spcPct val="0"/>
              </a:spcAft>
              <a:defRPr sz="5800">
                <a:solidFill>
                  <a:schemeClr val="tx1"/>
                </a:solidFill>
                <a:latin typeface="Arial" charset="0"/>
                <a:cs typeface="Arial" charset="0"/>
              </a:defRPr>
            </a:lvl7pPr>
            <a:lvl8pPr marL="3429000" indent="-228600" defTabSz="2951163" eaLnBrk="0" fontAlgn="base" hangingPunct="0">
              <a:spcBef>
                <a:spcPct val="0"/>
              </a:spcBef>
              <a:spcAft>
                <a:spcPct val="0"/>
              </a:spcAft>
              <a:defRPr sz="5800">
                <a:solidFill>
                  <a:schemeClr val="tx1"/>
                </a:solidFill>
                <a:latin typeface="Arial" charset="0"/>
                <a:cs typeface="Arial" charset="0"/>
              </a:defRPr>
            </a:lvl8pPr>
            <a:lvl9pPr marL="3886200" indent="-228600" defTabSz="2951163" eaLnBrk="0" fontAlgn="base" hangingPunct="0">
              <a:spcBef>
                <a:spcPct val="0"/>
              </a:spcBef>
              <a:spcAft>
                <a:spcPct val="0"/>
              </a:spcAft>
              <a:defRPr sz="5800">
                <a:solidFill>
                  <a:schemeClr val="tx1"/>
                </a:solidFill>
                <a:latin typeface="Arial" charset="0"/>
                <a:cs typeface="Arial" charset="0"/>
              </a:defRPr>
            </a:lvl9pPr>
          </a:lstStyle>
          <a:p>
            <a:pPr eaLnBrk="1" hangingPunct="1"/>
            <a:r>
              <a:rPr lang="nl-NL" altLang="nl-NL" sz="4800">
                <a:solidFill>
                  <a:schemeClr val="bg1"/>
                </a:solidFill>
                <a:latin typeface="Arial"/>
                <a:cs typeface="Arial"/>
              </a:rPr>
              <a:t>Student team:</a:t>
            </a:r>
          </a:p>
        </p:txBody>
      </p:sp>
      <p:graphicFrame>
        <p:nvGraphicFramePr>
          <p:cNvPr id="51" name="Table 50">
            <a:extLst>
              <a:ext uri="{FF2B5EF4-FFF2-40B4-BE49-F238E27FC236}">
                <a16:creationId xmlns:a16="http://schemas.microsoft.com/office/drawing/2014/main" id="{E92CC91B-0014-2DF5-B74B-74F8B5613999}"/>
              </a:ext>
            </a:extLst>
          </p:cNvPr>
          <p:cNvGraphicFramePr>
            <a:graphicFrameLocks noGrp="1"/>
          </p:cNvGraphicFramePr>
          <p:nvPr>
            <p:extLst>
              <p:ext uri="{D42A27DB-BD31-4B8C-83A1-F6EECF244321}">
                <p14:modId xmlns:p14="http://schemas.microsoft.com/office/powerpoint/2010/main" val="1089496576"/>
              </p:ext>
            </p:extLst>
          </p:nvPr>
        </p:nvGraphicFramePr>
        <p:xfrm>
          <a:off x="1257836" y="36255893"/>
          <a:ext cx="12640353" cy="3855660"/>
        </p:xfrm>
        <a:graphic>
          <a:graphicData uri="http://schemas.openxmlformats.org/drawingml/2006/table">
            <a:tbl>
              <a:tblPr firstRow="1" bandRow="1">
                <a:tableStyleId>{5C22544A-7EE6-4342-B048-85BDC9FD1C3A}</a:tableStyleId>
              </a:tblPr>
              <a:tblGrid>
                <a:gridCol w="3120705">
                  <a:extLst>
                    <a:ext uri="{9D8B030D-6E8A-4147-A177-3AD203B41FA5}">
                      <a16:colId xmlns:a16="http://schemas.microsoft.com/office/drawing/2014/main" val="1569169657"/>
                    </a:ext>
                  </a:extLst>
                </a:gridCol>
                <a:gridCol w="2060223">
                  <a:extLst>
                    <a:ext uri="{9D8B030D-6E8A-4147-A177-3AD203B41FA5}">
                      <a16:colId xmlns:a16="http://schemas.microsoft.com/office/drawing/2014/main" val="4032630204"/>
                    </a:ext>
                  </a:extLst>
                </a:gridCol>
                <a:gridCol w="3125854">
                  <a:extLst>
                    <a:ext uri="{9D8B030D-6E8A-4147-A177-3AD203B41FA5}">
                      <a16:colId xmlns:a16="http://schemas.microsoft.com/office/drawing/2014/main" val="3691622085"/>
                    </a:ext>
                  </a:extLst>
                </a:gridCol>
                <a:gridCol w="4333571">
                  <a:extLst>
                    <a:ext uri="{9D8B030D-6E8A-4147-A177-3AD203B41FA5}">
                      <a16:colId xmlns:a16="http://schemas.microsoft.com/office/drawing/2014/main" val="356493640"/>
                    </a:ext>
                  </a:extLst>
                </a:gridCol>
              </a:tblGrid>
              <a:tr h="412913">
                <a:tc>
                  <a:txBody>
                    <a:bodyPr/>
                    <a:lstStyle/>
                    <a:p>
                      <a:r>
                        <a:rPr lang="en-NL" sz="2000">
                          <a:latin typeface="Arial"/>
                          <a:cs typeface="Arial"/>
                        </a:rPr>
                        <a:t>Phase</a:t>
                      </a:r>
                    </a:p>
                  </a:txBody>
                  <a:tcPr/>
                </a:tc>
                <a:tc>
                  <a:txBody>
                    <a:bodyPr/>
                    <a:lstStyle/>
                    <a:p>
                      <a:r>
                        <a:rPr lang="en-NL" sz="2000">
                          <a:latin typeface="Arial"/>
                          <a:cs typeface="Arial"/>
                        </a:rPr>
                        <a:t>Timeline</a:t>
                      </a:r>
                    </a:p>
                  </a:txBody>
                  <a:tcPr/>
                </a:tc>
                <a:tc>
                  <a:txBody>
                    <a:bodyPr/>
                    <a:lstStyle/>
                    <a:p>
                      <a:r>
                        <a:rPr lang="en-NL" sz="2000">
                          <a:latin typeface="Arial"/>
                          <a:cs typeface="Arial"/>
                        </a:rPr>
                        <a:t>Status</a:t>
                      </a:r>
                    </a:p>
                  </a:txBody>
                  <a:tcPr/>
                </a:tc>
                <a:tc>
                  <a:txBody>
                    <a:bodyPr/>
                    <a:lstStyle/>
                    <a:p>
                      <a:r>
                        <a:rPr lang="en-NL" sz="2000">
                          <a:latin typeface="Arial"/>
                          <a:cs typeface="Arial"/>
                        </a:rPr>
                        <a:t>Key achievements</a:t>
                      </a:r>
                    </a:p>
                  </a:txBody>
                  <a:tcPr/>
                </a:tc>
                <a:extLst>
                  <a:ext uri="{0D108BD9-81ED-4DB2-BD59-A6C34878D82A}">
                    <a16:rowId xmlns:a16="http://schemas.microsoft.com/office/drawing/2014/main" val="188652890"/>
                  </a:ext>
                </a:extLst>
              </a:tr>
              <a:tr h="865502">
                <a:tc>
                  <a:txBody>
                    <a:bodyPr/>
                    <a:lstStyle/>
                    <a:p>
                      <a:r>
                        <a:rPr lang="en-NL" sz="2000">
                          <a:latin typeface="Arial"/>
                          <a:cs typeface="Arial"/>
                        </a:rPr>
                        <a:t>initial research</a:t>
                      </a:r>
                    </a:p>
                  </a:txBody>
                  <a:tcPr/>
                </a:tc>
                <a:tc>
                  <a:txBody>
                    <a:bodyPr/>
                    <a:lstStyle/>
                    <a:p>
                      <a:r>
                        <a:rPr lang="en-NL" sz="2000">
                          <a:latin typeface="Arial"/>
                          <a:cs typeface="Arial"/>
                        </a:rPr>
                        <a:t>Sept 1st – October 8th</a:t>
                      </a:r>
                    </a:p>
                  </a:txBody>
                  <a:tcPr/>
                </a:tc>
                <a:tc>
                  <a:txBody>
                    <a:bodyPr/>
                    <a:lstStyle/>
                    <a:p>
                      <a:r>
                        <a:rPr lang="en-GB" sz="2000">
                          <a:latin typeface="Arial"/>
                          <a:cs typeface="Arial"/>
                        </a:rPr>
                        <a:t>✓ complete</a:t>
                      </a:r>
                      <a:endParaRPr lang="en-NL" sz="2000">
                        <a:latin typeface="Arial"/>
                        <a:cs typeface="Arial"/>
                      </a:endParaRPr>
                    </a:p>
                  </a:txBody>
                  <a:tcPr/>
                </a:tc>
                <a:tc>
                  <a:txBody>
                    <a:bodyPr/>
                    <a:lstStyle/>
                    <a:p>
                      <a:pPr lvl="0">
                        <a:buNone/>
                      </a:pPr>
                      <a:r>
                        <a:rPr lang="en-US" sz="1800" b="0" i="0" u="none" strike="noStrike" noProof="0">
                          <a:latin typeface="Arial"/>
                        </a:rPr>
                        <a:t>Defined concept, set goals, selected sensor options</a:t>
                      </a:r>
                      <a:endParaRPr lang="es-ES" sz="1800">
                        <a:latin typeface="Arial"/>
                      </a:endParaRPr>
                    </a:p>
                  </a:txBody>
                  <a:tcPr/>
                </a:tc>
                <a:extLst>
                  <a:ext uri="{0D108BD9-81ED-4DB2-BD59-A6C34878D82A}">
                    <a16:rowId xmlns:a16="http://schemas.microsoft.com/office/drawing/2014/main" val="3265952605"/>
                  </a:ext>
                </a:extLst>
              </a:tr>
              <a:tr h="865502">
                <a:tc>
                  <a:txBody>
                    <a:bodyPr/>
                    <a:lstStyle/>
                    <a:p>
                      <a:r>
                        <a:rPr lang="en-NL" sz="2000">
                          <a:latin typeface="Arial"/>
                          <a:cs typeface="Arial"/>
                        </a:rPr>
                        <a:t>Development</a:t>
                      </a:r>
                    </a:p>
                  </a:txBody>
                  <a:tcPr/>
                </a:tc>
                <a:tc>
                  <a:txBody>
                    <a:bodyPr/>
                    <a:lstStyle/>
                    <a:p>
                      <a:pPr marL="0" marR="0" lvl="0" indent="0" algn="l">
                        <a:lnSpc>
                          <a:spcPct val="100000"/>
                        </a:lnSpc>
                        <a:spcBef>
                          <a:spcPts val="0"/>
                        </a:spcBef>
                        <a:spcAft>
                          <a:spcPts val="0"/>
                        </a:spcAft>
                        <a:buNone/>
                      </a:pPr>
                      <a:r>
                        <a:rPr lang="en-NL" sz="2000" err="1">
                          <a:latin typeface="Arial"/>
                          <a:cs typeface="Arial"/>
                        </a:rPr>
                        <a:t>October</a:t>
                      </a:r>
                      <a:r>
                        <a:rPr lang="en-NL" sz="2000">
                          <a:latin typeface="Arial"/>
                          <a:cs typeface="Arial"/>
                        </a:rPr>
                        <a:t> 8th-November 28th</a:t>
                      </a:r>
                      <a:endParaRPr lang="es-ES" sz="2000">
                        <a:latin typeface="Arial"/>
                        <a:cs typeface="Arial"/>
                      </a:endParaRPr>
                    </a:p>
                  </a:txBody>
                  <a:tcPr/>
                </a:tc>
                <a:tc>
                  <a:txBody>
                    <a:bodyPr/>
                    <a:lstStyle/>
                    <a:p>
                      <a:r>
                        <a:rPr lang="en-NL" sz="2000">
                          <a:latin typeface="Arial"/>
                          <a:cs typeface="Arial"/>
                        </a:rPr>
                        <a:t>🔄 </a:t>
                      </a:r>
                      <a:r>
                        <a:rPr lang="en-GB" sz="2000">
                          <a:latin typeface="Arial"/>
                          <a:cs typeface="Arial"/>
                        </a:rPr>
                        <a:t>in progress</a:t>
                      </a:r>
                      <a:endParaRPr lang="en-NL" sz="2000">
                        <a:latin typeface="Arial"/>
                        <a:cs typeface="Arial"/>
                      </a:endParaRPr>
                    </a:p>
                  </a:txBody>
                  <a:tcPr/>
                </a:tc>
                <a:tc>
                  <a:txBody>
                    <a:bodyPr/>
                    <a:lstStyle/>
                    <a:p>
                      <a:pPr marL="0" marR="0" lvl="0" indent="0" algn="l">
                        <a:lnSpc>
                          <a:spcPct val="100000"/>
                        </a:lnSpc>
                        <a:spcBef>
                          <a:spcPts val="0"/>
                        </a:spcBef>
                        <a:spcAft>
                          <a:spcPts val="0"/>
                        </a:spcAft>
                        <a:buNone/>
                      </a:pPr>
                      <a:r>
                        <a:rPr lang="en-NL" sz="1800">
                          <a:latin typeface="Arial"/>
                          <a:cs typeface="Arial"/>
                        </a:rPr>
                        <a:t>Hardware setup, PLC Link, programming</a:t>
                      </a:r>
                    </a:p>
                  </a:txBody>
                  <a:tcPr/>
                </a:tc>
                <a:extLst>
                  <a:ext uri="{0D108BD9-81ED-4DB2-BD59-A6C34878D82A}">
                    <a16:rowId xmlns:a16="http://schemas.microsoft.com/office/drawing/2014/main" val="2493042713"/>
                  </a:ext>
                </a:extLst>
              </a:tr>
              <a:tr h="722598">
                <a:tc>
                  <a:txBody>
                    <a:bodyPr/>
                    <a:lstStyle/>
                    <a:p>
                      <a:r>
                        <a:rPr lang="en-NL" sz="2000">
                          <a:latin typeface="Arial"/>
                          <a:cs typeface="Arial"/>
                        </a:rPr>
                        <a:t>Integration</a:t>
                      </a:r>
                    </a:p>
                  </a:txBody>
                  <a:tcPr/>
                </a:tc>
                <a:tc>
                  <a:txBody>
                    <a:bodyPr/>
                    <a:lstStyle/>
                    <a:p>
                      <a:pPr marL="0" marR="0" lvl="0" indent="0" algn="l">
                        <a:lnSpc>
                          <a:spcPct val="100000"/>
                        </a:lnSpc>
                        <a:spcBef>
                          <a:spcPts val="0"/>
                        </a:spcBef>
                        <a:spcAft>
                          <a:spcPts val="0"/>
                        </a:spcAft>
                        <a:buNone/>
                      </a:pPr>
                      <a:r>
                        <a:rPr lang="en-NL" sz="2000">
                          <a:latin typeface="Arial"/>
                          <a:cs typeface="Arial"/>
                        </a:rPr>
                        <a:t>Dec 1st – Dec 20th</a:t>
                      </a:r>
                    </a:p>
                  </a:txBody>
                  <a:tcPr/>
                </a:tc>
                <a:tc>
                  <a:txBody>
                    <a:bodyPr/>
                    <a:lstStyle/>
                    <a:p>
                      <a:r>
                        <a:rPr lang="en-GB" sz="2000">
                          <a:latin typeface="Arial"/>
                          <a:cs typeface="Arial"/>
                        </a:rPr>
                        <a:t>⏳ upcoming</a:t>
                      </a:r>
                      <a:endParaRPr lang="en-NL" sz="2000">
                        <a:latin typeface="Arial"/>
                        <a:cs typeface="Arial"/>
                      </a:endParaRPr>
                    </a:p>
                  </a:txBody>
                  <a:tcPr/>
                </a:tc>
                <a:tc>
                  <a:txBody>
                    <a:bodyPr/>
                    <a:lstStyle/>
                    <a:p>
                      <a:pPr marL="0" marR="0" lvl="0" indent="0" algn="l" rtl="0" eaLnBrk="1" fontAlgn="auto" latinLnBrk="0" hangingPunct="1">
                        <a:lnSpc>
                          <a:spcPct val="100000"/>
                        </a:lnSpc>
                        <a:spcBef>
                          <a:spcPts val="0"/>
                        </a:spcBef>
                        <a:spcAft>
                          <a:spcPts val="0"/>
                        </a:spcAft>
                        <a:buClrTx/>
                        <a:buSzTx/>
                        <a:buFontTx/>
                        <a:buNone/>
                      </a:pPr>
                      <a:r>
                        <a:rPr lang="en-NL" sz="2000">
                          <a:latin typeface="Arial"/>
                          <a:cs typeface="Arial"/>
                        </a:rPr>
                        <a:t>Sensor-motion connection</a:t>
                      </a:r>
                    </a:p>
                  </a:txBody>
                  <a:tcPr/>
                </a:tc>
                <a:extLst>
                  <a:ext uri="{0D108BD9-81ED-4DB2-BD59-A6C34878D82A}">
                    <a16:rowId xmlns:a16="http://schemas.microsoft.com/office/drawing/2014/main" val="3494943101"/>
                  </a:ext>
                </a:extLst>
              </a:tr>
              <a:tr h="989145">
                <a:tc>
                  <a:txBody>
                    <a:bodyPr/>
                    <a:lstStyle/>
                    <a:p>
                      <a:r>
                        <a:rPr lang="en-NL" sz="2000">
                          <a:latin typeface="Arial"/>
                          <a:cs typeface="Arial"/>
                        </a:rPr>
                        <a:t>Testing</a:t>
                      </a:r>
                    </a:p>
                  </a:txBody>
                  <a:tcPr/>
                </a:tc>
                <a:tc>
                  <a:txBody>
                    <a:bodyPr/>
                    <a:lstStyle/>
                    <a:p>
                      <a:pPr marL="0" marR="0" lvl="0" indent="0" algn="l">
                        <a:lnSpc>
                          <a:spcPct val="100000"/>
                        </a:lnSpc>
                        <a:spcBef>
                          <a:spcPts val="0"/>
                        </a:spcBef>
                        <a:spcAft>
                          <a:spcPts val="0"/>
                        </a:spcAft>
                        <a:buNone/>
                      </a:pPr>
                      <a:r>
                        <a:rPr lang="en-NL" sz="2000">
                          <a:latin typeface="Arial"/>
                          <a:cs typeface="Arial"/>
                        </a:rPr>
                        <a:t>Jan 1st – Jan 26th</a:t>
                      </a:r>
                    </a:p>
                  </a:txBody>
                  <a:tcPr/>
                </a:tc>
                <a:tc>
                  <a:txBody>
                    <a:bodyPr/>
                    <a:lstStyle/>
                    <a:p>
                      <a:r>
                        <a:rPr lang="en-GB" sz="2000">
                          <a:latin typeface="Arial"/>
                          <a:cs typeface="Arial"/>
                        </a:rPr>
                        <a:t>⏳ upcoming</a:t>
                      </a:r>
                      <a:endParaRPr lang="en-NL" sz="2000">
                        <a:latin typeface="Arial"/>
                        <a:cs typeface="Arial"/>
                      </a:endParaRPr>
                    </a:p>
                  </a:txBody>
                  <a:tcPr/>
                </a:tc>
                <a:tc>
                  <a:txBody>
                    <a:bodyPr/>
                    <a:lstStyle/>
                    <a:p>
                      <a:pPr marL="0" marR="0" lvl="0" indent="0" algn="l" rtl="0" eaLnBrk="1" fontAlgn="auto" latinLnBrk="0" hangingPunct="1">
                        <a:lnSpc>
                          <a:spcPct val="100000"/>
                        </a:lnSpc>
                        <a:spcBef>
                          <a:spcPts val="0"/>
                        </a:spcBef>
                        <a:spcAft>
                          <a:spcPts val="0"/>
                        </a:spcAft>
                        <a:buClrTx/>
                        <a:buSzTx/>
                        <a:buFontTx/>
                        <a:buNone/>
                      </a:pPr>
                      <a:r>
                        <a:rPr lang="en-NL" sz="2000">
                          <a:latin typeface="Arial"/>
                          <a:cs typeface="Arial"/>
                        </a:rPr>
                        <a:t>Final demo and validation</a:t>
                      </a:r>
                    </a:p>
                  </a:txBody>
                  <a:tcPr/>
                </a:tc>
                <a:extLst>
                  <a:ext uri="{0D108BD9-81ED-4DB2-BD59-A6C34878D82A}">
                    <a16:rowId xmlns:a16="http://schemas.microsoft.com/office/drawing/2014/main" val="184486605"/>
                  </a:ext>
                </a:extLst>
              </a:tr>
            </a:tbl>
          </a:graphicData>
        </a:graphic>
      </p:graphicFrame>
      <p:sp>
        <p:nvSpPr>
          <p:cNvPr id="61" name="Tekstvak 19">
            <a:extLst>
              <a:ext uri="{FF2B5EF4-FFF2-40B4-BE49-F238E27FC236}">
                <a16:creationId xmlns:a16="http://schemas.microsoft.com/office/drawing/2014/main" id="{19C1ED4C-E2CC-6234-4434-59AA99ECC5F2}"/>
              </a:ext>
            </a:extLst>
          </p:cNvPr>
          <p:cNvSpPr txBox="1">
            <a:spLocks noChangeArrowheads="1"/>
          </p:cNvSpPr>
          <p:nvPr/>
        </p:nvSpPr>
        <p:spPr bwMode="auto">
          <a:xfrm>
            <a:off x="15998502" y="22352288"/>
            <a:ext cx="13680000" cy="864000"/>
          </a:xfrm>
          <a:prstGeom prst="rect">
            <a:avLst/>
          </a:prstGeom>
          <a:solidFill>
            <a:srgbClr val="009C82"/>
          </a:solidFill>
          <a:ln>
            <a:noFill/>
          </a:ln>
        </p:spPr>
        <p:txBody>
          <a:bodyPr wrap="square" anchor="ctr">
            <a:spAutoFit/>
          </a:bodyPr>
          <a:lstStyle>
            <a:lvl1pPr eaLnBrk="0" hangingPunct="0">
              <a:defRPr sz="5800">
                <a:solidFill>
                  <a:schemeClr val="tx1"/>
                </a:solidFill>
                <a:latin typeface="Arial" charset="0"/>
                <a:cs typeface="Arial" charset="0"/>
              </a:defRPr>
            </a:lvl1pPr>
            <a:lvl2pPr marL="742950" indent="-285750" eaLnBrk="0" hangingPunct="0">
              <a:defRPr sz="5800">
                <a:solidFill>
                  <a:schemeClr val="tx1"/>
                </a:solidFill>
                <a:latin typeface="Arial" charset="0"/>
                <a:cs typeface="Arial" charset="0"/>
              </a:defRPr>
            </a:lvl2pPr>
            <a:lvl3pPr marL="1143000" indent="-228600" eaLnBrk="0" hangingPunct="0">
              <a:defRPr sz="5800">
                <a:solidFill>
                  <a:schemeClr val="tx1"/>
                </a:solidFill>
                <a:latin typeface="Arial" charset="0"/>
                <a:cs typeface="Arial" charset="0"/>
              </a:defRPr>
            </a:lvl3pPr>
            <a:lvl4pPr marL="1600200" indent="-228600" eaLnBrk="0" hangingPunct="0">
              <a:defRPr sz="5800">
                <a:solidFill>
                  <a:schemeClr val="tx1"/>
                </a:solidFill>
                <a:latin typeface="Arial" charset="0"/>
                <a:cs typeface="Arial" charset="0"/>
              </a:defRPr>
            </a:lvl4pPr>
            <a:lvl5pPr marL="2057400" indent="-228600" eaLnBrk="0" hangingPunct="0">
              <a:defRPr sz="5800">
                <a:solidFill>
                  <a:schemeClr val="tx1"/>
                </a:solidFill>
                <a:latin typeface="Arial" charset="0"/>
                <a:cs typeface="Arial" charset="0"/>
              </a:defRPr>
            </a:lvl5pPr>
            <a:lvl6pPr marL="2514600" indent="-228600" defTabSz="2951163" eaLnBrk="0" fontAlgn="base" hangingPunct="0">
              <a:spcBef>
                <a:spcPct val="0"/>
              </a:spcBef>
              <a:spcAft>
                <a:spcPct val="0"/>
              </a:spcAft>
              <a:defRPr sz="5800">
                <a:solidFill>
                  <a:schemeClr val="tx1"/>
                </a:solidFill>
                <a:latin typeface="Arial" charset="0"/>
                <a:cs typeface="Arial" charset="0"/>
              </a:defRPr>
            </a:lvl6pPr>
            <a:lvl7pPr marL="2971800" indent="-228600" defTabSz="2951163" eaLnBrk="0" fontAlgn="base" hangingPunct="0">
              <a:spcBef>
                <a:spcPct val="0"/>
              </a:spcBef>
              <a:spcAft>
                <a:spcPct val="0"/>
              </a:spcAft>
              <a:defRPr sz="5800">
                <a:solidFill>
                  <a:schemeClr val="tx1"/>
                </a:solidFill>
                <a:latin typeface="Arial" charset="0"/>
                <a:cs typeface="Arial" charset="0"/>
              </a:defRPr>
            </a:lvl7pPr>
            <a:lvl8pPr marL="3429000" indent="-228600" defTabSz="2951163" eaLnBrk="0" fontAlgn="base" hangingPunct="0">
              <a:spcBef>
                <a:spcPct val="0"/>
              </a:spcBef>
              <a:spcAft>
                <a:spcPct val="0"/>
              </a:spcAft>
              <a:defRPr sz="5800">
                <a:solidFill>
                  <a:schemeClr val="tx1"/>
                </a:solidFill>
                <a:latin typeface="Arial" charset="0"/>
                <a:cs typeface="Arial" charset="0"/>
              </a:defRPr>
            </a:lvl8pPr>
            <a:lvl9pPr marL="3886200" indent="-228600" defTabSz="2951163" eaLnBrk="0" fontAlgn="base" hangingPunct="0">
              <a:spcBef>
                <a:spcPct val="0"/>
              </a:spcBef>
              <a:spcAft>
                <a:spcPct val="0"/>
              </a:spcAft>
              <a:defRPr sz="5800">
                <a:solidFill>
                  <a:schemeClr val="tx1"/>
                </a:solidFill>
                <a:latin typeface="Arial" charset="0"/>
                <a:cs typeface="Arial" charset="0"/>
              </a:defRPr>
            </a:lvl9pPr>
          </a:lstStyle>
          <a:p>
            <a:pPr algn="ctr" eaLnBrk="1" hangingPunct="1"/>
            <a:r>
              <a:rPr lang="nl-NL" altLang="nl-NL" sz="4800" b="1" err="1">
                <a:solidFill>
                  <a:schemeClr val="bg1"/>
                </a:solidFill>
                <a:latin typeface="Arial"/>
                <a:cs typeface="Arial"/>
              </a:rPr>
              <a:t>Challenges</a:t>
            </a:r>
            <a:r>
              <a:rPr lang="nl-NL" altLang="nl-NL" sz="4800" b="1">
                <a:solidFill>
                  <a:schemeClr val="bg1"/>
                </a:solidFill>
                <a:latin typeface="Arial"/>
                <a:cs typeface="Arial"/>
              </a:rPr>
              <a:t> </a:t>
            </a:r>
            <a:r>
              <a:rPr lang="nl-NL" altLang="nl-NL" sz="4800" b="1" err="1">
                <a:solidFill>
                  <a:schemeClr val="bg1"/>
                </a:solidFill>
                <a:latin typeface="Arial"/>
                <a:cs typeface="Arial"/>
              </a:rPr>
              <a:t>and</a:t>
            </a:r>
            <a:r>
              <a:rPr lang="nl-NL" altLang="nl-NL" sz="4800" b="1">
                <a:solidFill>
                  <a:schemeClr val="bg1"/>
                </a:solidFill>
                <a:latin typeface="Arial"/>
                <a:cs typeface="Arial"/>
              </a:rPr>
              <a:t> </a:t>
            </a:r>
            <a:r>
              <a:rPr lang="nl-NL" altLang="nl-NL" sz="4800" b="1" err="1">
                <a:solidFill>
                  <a:schemeClr val="bg1"/>
                </a:solidFill>
                <a:latin typeface="Arial"/>
                <a:cs typeface="Arial"/>
              </a:rPr>
              <a:t>questions</a:t>
            </a:r>
            <a:endParaRPr lang="nl-NL" altLang="nl-NL" sz="4800" b="1">
              <a:solidFill>
                <a:schemeClr val="bg1"/>
              </a:solidFill>
              <a:latin typeface="Arial"/>
              <a:cs typeface="Arial"/>
            </a:endParaRPr>
          </a:p>
        </p:txBody>
      </p:sp>
      <p:sp>
        <p:nvSpPr>
          <p:cNvPr id="77" name="Tekstvak 46">
            <a:extLst>
              <a:ext uri="{FF2B5EF4-FFF2-40B4-BE49-F238E27FC236}">
                <a16:creationId xmlns:a16="http://schemas.microsoft.com/office/drawing/2014/main" id="{E2C09059-2A04-D7FC-DEC0-E24FBE8D2202}"/>
              </a:ext>
            </a:extLst>
          </p:cNvPr>
          <p:cNvSpPr txBox="1"/>
          <p:nvPr/>
        </p:nvSpPr>
        <p:spPr>
          <a:xfrm>
            <a:off x="16185603" y="23720707"/>
            <a:ext cx="13320000" cy="3416320"/>
          </a:xfrm>
          <a:prstGeom prst="rect">
            <a:avLst/>
          </a:prstGeom>
          <a:noFill/>
          <a:ln>
            <a:noFill/>
          </a:ln>
        </p:spPr>
        <p:txBody>
          <a:bodyPr wrap="square" lIns="91440" tIns="45720" rIns="91440" bIns="45720" rtlCol="0" anchor="t">
            <a:spAutoFit/>
          </a:bodyPr>
          <a:lstStyle/>
          <a:p>
            <a:pPr marL="457200" indent="-457200" algn="just">
              <a:buFont typeface="Arial"/>
              <a:buChar char="•"/>
            </a:pPr>
            <a:r>
              <a:rPr lang="en-GB" sz="3600">
                <a:latin typeface="Arial"/>
                <a:cs typeface="Arial"/>
              </a:rPr>
              <a:t>Mismatch between the actual gearbox ratio and the mapping gearbox ratio.</a:t>
            </a:r>
            <a:endParaRPr lang="en-US" sz="3600">
              <a:ea typeface="Calibri"/>
              <a:cs typeface="Calibri"/>
            </a:endParaRPr>
          </a:p>
          <a:p>
            <a:pPr marL="457200" indent="-457200" algn="just">
              <a:buFont typeface="Arial"/>
              <a:buChar char="•"/>
            </a:pPr>
            <a:r>
              <a:rPr lang="en-GB" sz="3600">
                <a:latin typeface="Arial"/>
                <a:cs typeface="Arial"/>
              </a:rPr>
              <a:t>Mismatch in the PDO mapping led to the incorrect encoder feedback values.</a:t>
            </a:r>
          </a:p>
          <a:p>
            <a:pPr marL="457200" indent="-457200" algn="just">
              <a:buFont typeface="Arial"/>
              <a:buChar char="•"/>
            </a:pPr>
            <a:r>
              <a:rPr lang="en-GB" sz="3600">
                <a:latin typeface="Arial"/>
                <a:cs typeface="Arial"/>
              </a:rPr>
              <a:t>Movement algorithms that help finding correct position of the fruit.</a:t>
            </a:r>
          </a:p>
        </p:txBody>
      </p:sp>
      <p:sp>
        <p:nvSpPr>
          <p:cNvPr id="78" name="Rechthoek 56">
            <a:extLst>
              <a:ext uri="{FF2B5EF4-FFF2-40B4-BE49-F238E27FC236}">
                <a16:creationId xmlns:a16="http://schemas.microsoft.com/office/drawing/2014/main" id="{7923C196-FD4F-8D59-9E86-77303B68AF41}"/>
              </a:ext>
            </a:extLst>
          </p:cNvPr>
          <p:cNvSpPr/>
          <p:nvPr/>
        </p:nvSpPr>
        <p:spPr>
          <a:xfrm>
            <a:off x="16005603" y="23440711"/>
            <a:ext cx="13680000" cy="3973648"/>
          </a:xfrm>
          <a:prstGeom prst="rect">
            <a:avLst/>
          </a:prstGeom>
          <a:noFill/>
          <a:ln>
            <a:solidFill>
              <a:srgbClr val="009C8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600">
              <a:latin typeface="Arial"/>
              <a:cs typeface="Arial"/>
            </a:endParaRPr>
          </a:p>
        </p:txBody>
      </p:sp>
      <p:sp>
        <p:nvSpPr>
          <p:cNvPr id="83" name="Tekstvak 46">
            <a:extLst>
              <a:ext uri="{FF2B5EF4-FFF2-40B4-BE49-F238E27FC236}">
                <a16:creationId xmlns:a16="http://schemas.microsoft.com/office/drawing/2014/main" id="{F3BA1773-7524-839B-45B3-2D70B3254CC5}"/>
              </a:ext>
            </a:extLst>
          </p:cNvPr>
          <p:cNvSpPr txBox="1"/>
          <p:nvPr/>
        </p:nvSpPr>
        <p:spPr>
          <a:xfrm>
            <a:off x="16199158" y="36046124"/>
            <a:ext cx="13297570" cy="3785652"/>
          </a:xfrm>
          <a:prstGeom prst="rect">
            <a:avLst/>
          </a:prstGeom>
          <a:noFill/>
          <a:ln>
            <a:noFill/>
          </a:ln>
        </p:spPr>
        <p:txBody>
          <a:bodyPr wrap="square" lIns="91440" tIns="45720" rIns="91440" bIns="45720" rtlCol="0" anchor="t">
            <a:spAutoFit/>
          </a:bodyPr>
          <a:lstStyle/>
          <a:p>
            <a:pPr marL="457200" indent="-457200" algn="just">
              <a:buFont typeface="Arial"/>
              <a:buChar char="•"/>
            </a:pPr>
            <a:r>
              <a:rPr lang="en-GB" sz="3600">
                <a:latin typeface="Arial"/>
                <a:cs typeface="Arial"/>
              </a:rPr>
              <a:t>Insert correct PDO mapping and correct gearbox ratio.</a:t>
            </a:r>
          </a:p>
          <a:p>
            <a:pPr marL="457200" indent="-457200" algn="just">
              <a:buFont typeface="Arial"/>
              <a:buChar char="•"/>
            </a:pPr>
            <a:r>
              <a:rPr lang="en-GB" sz="3600">
                <a:latin typeface="Arial"/>
                <a:cs typeface="Arial"/>
              </a:rPr>
              <a:t>Synchronize all axis of the robot.</a:t>
            </a:r>
          </a:p>
          <a:p>
            <a:pPr marL="457200" indent="-457200" algn="just">
              <a:buFont typeface="Arial"/>
              <a:buChar char="•"/>
            </a:pPr>
            <a:r>
              <a:rPr lang="en-GB" sz="3600">
                <a:latin typeface="Arial"/>
                <a:cs typeface="Arial"/>
              </a:rPr>
              <a:t>Integrate sensors to both Software and Hardware.</a:t>
            </a:r>
          </a:p>
          <a:p>
            <a:pPr algn="just"/>
            <a:endParaRPr lang="en-GB" sz="3000">
              <a:latin typeface="Arial"/>
              <a:cs typeface="Arial"/>
            </a:endParaRPr>
          </a:p>
          <a:p>
            <a:pPr algn="just"/>
            <a:endParaRPr lang="en-GB" sz="3000">
              <a:latin typeface="Arial"/>
              <a:cs typeface="Arial"/>
            </a:endParaRPr>
          </a:p>
          <a:p>
            <a:pPr marL="571500" indent="-571500" algn="just">
              <a:buFont typeface="Arial"/>
              <a:buChar char="•"/>
            </a:pPr>
            <a:endParaRPr lang="en-GB" sz="3600">
              <a:latin typeface="Arial"/>
              <a:cs typeface="Arial"/>
            </a:endParaRPr>
          </a:p>
          <a:p>
            <a:pPr algn="just"/>
            <a:endParaRPr lang="nl-NL" sz="3600">
              <a:latin typeface="Arial"/>
              <a:cs typeface="Arial"/>
            </a:endParaRPr>
          </a:p>
        </p:txBody>
      </p:sp>
      <p:pic>
        <p:nvPicPr>
          <p:cNvPr id="1034" name="Picture 10" descr="Gathering Logo Vector Art, Icons, and Graphics for Free Download">
            <a:extLst>
              <a:ext uri="{FF2B5EF4-FFF2-40B4-BE49-F238E27FC236}">
                <a16:creationId xmlns:a16="http://schemas.microsoft.com/office/drawing/2014/main" id="{DDF09838-D677-01B2-86A4-C8514C7105B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38386" y="4844773"/>
            <a:ext cx="4407657" cy="323800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D8AAF13C-B5D5-9BF0-2096-64210100B15C}"/>
              </a:ext>
            </a:extLst>
          </p:cNvPr>
          <p:cNvPicPr>
            <a:picLocks noChangeAspect="1"/>
          </p:cNvPicPr>
          <p:nvPr/>
        </p:nvPicPr>
        <p:blipFill>
          <a:blip r:embed="rId6"/>
          <a:stretch>
            <a:fillRect/>
          </a:stretch>
        </p:blipFill>
        <p:spPr>
          <a:xfrm>
            <a:off x="666379" y="2394150"/>
            <a:ext cx="12067755" cy="2153693"/>
          </a:xfrm>
          <a:prstGeom prst="rect">
            <a:avLst/>
          </a:prstGeom>
        </p:spPr>
      </p:pic>
      <p:pic>
        <p:nvPicPr>
          <p:cNvPr id="3" name="Picture 2" descr="A machine with wires on a table&#10;&#10;AI-generated content may be incorrect.">
            <a:extLst>
              <a:ext uri="{FF2B5EF4-FFF2-40B4-BE49-F238E27FC236}">
                <a16:creationId xmlns:a16="http://schemas.microsoft.com/office/drawing/2014/main" id="{A6EB98E4-9423-EAAB-9B5D-207C077B43CE}"/>
              </a:ext>
            </a:extLst>
          </p:cNvPr>
          <p:cNvPicPr>
            <a:picLocks noChangeAspect="1"/>
          </p:cNvPicPr>
          <p:nvPr/>
        </p:nvPicPr>
        <p:blipFill>
          <a:blip r:embed="rId7"/>
          <a:stretch>
            <a:fillRect/>
          </a:stretch>
        </p:blipFill>
        <p:spPr>
          <a:xfrm>
            <a:off x="16409157" y="18842562"/>
            <a:ext cx="5443348" cy="3137315"/>
          </a:xfrm>
          <a:prstGeom prst="rect">
            <a:avLst/>
          </a:prstGeom>
        </p:spPr>
      </p:pic>
      <p:pic>
        <p:nvPicPr>
          <p:cNvPr id="5" name="Picture 4" descr="A grey box with wires on a wood surface&#10;&#10;AI-generated content may be incorrect.">
            <a:extLst>
              <a:ext uri="{FF2B5EF4-FFF2-40B4-BE49-F238E27FC236}">
                <a16:creationId xmlns:a16="http://schemas.microsoft.com/office/drawing/2014/main" id="{880D4906-CD2D-555B-752E-DFA7EBA895B4}"/>
              </a:ext>
            </a:extLst>
          </p:cNvPr>
          <p:cNvPicPr>
            <a:picLocks noChangeAspect="1"/>
          </p:cNvPicPr>
          <p:nvPr/>
        </p:nvPicPr>
        <p:blipFill>
          <a:blip r:embed="rId8"/>
          <a:stretch>
            <a:fillRect/>
          </a:stretch>
        </p:blipFill>
        <p:spPr>
          <a:xfrm>
            <a:off x="16370981" y="15488264"/>
            <a:ext cx="5481482" cy="3327915"/>
          </a:xfrm>
          <a:prstGeom prst="rect">
            <a:avLst/>
          </a:prstGeom>
        </p:spPr>
      </p:pic>
      <p:pic>
        <p:nvPicPr>
          <p:cNvPr id="10" name="Picture 9">
            <a:extLst>
              <a:ext uri="{FF2B5EF4-FFF2-40B4-BE49-F238E27FC236}">
                <a16:creationId xmlns:a16="http://schemas.microsoft.com/office/drawing/2014/main" id="{FBA67975-DDB4-9A45-67DC-B040EE85AF6D}"/>
              </a:ext>
            </a:extLst>
          </p:cNvPr>
          <p:cNvPicPr>
            <a:picLocks noChangeAspect="1"/>
          </p:cNvPicPr>
          <p:nvPr/>
        </p:nvPicPr>
        <p:blipFill>
          <a:blip r:embed="rId9"/>
          <a:stretch>
            <a:fillRect/>
          </a:stretch>
        </p:blipFill>
        <p:spPr>
          <a:xfrm>
            <a:off x="16637943" y="29400940"/>
            <a:ext cx="5328942" cy="4852700"/>
          </a:xfrm>
          <a:prstGeom prst="rect">
            <a:avLst/>
          </a:prstGeom>
        </p:spPr>
      </p:pic>
      <p:pic>
        <p:nvPicPr>
          <p:cNvPr id="14" name="Picture 13" descr="A machine on a table&#10;&#10;AI-generated content may be incorrect.">
            <a:extLst>
              <a:ext uri="{FF2B5EF4-FFF2-40B4-BE49-F238E27FC236}">
                <a16:creationId xmlns:a16="http://schemas.microsoft.com/office/drawing/2014/main" id="{B05330C9-07F8-9653-91C9-A5A0A2E3DFAF}"/>
              </a:ext>
            </a:extLst>
          </p:cNvPr>
          <p:cNvPicPr>
            <a:picLocks noChangeAspect="1"/>
          </p:cNvPicPr>
          <p:nvPr/>
        </p:nvPicPr>
        <p:blipFill>
          <a:blip r:embed="rId10"/>
          <a:stretch>
            <a:fillRect/>
          </a:stretch>
        </p:blipFill>
        <p:spPr>
          <a:xfrm>
            <a:off x="22937740" y="15479159"/>
            <a:ext cx="5199432" cy="6509914"/>
          </a:xfrm>
          <a:prstGeom prst="rect">
            <a:avLst/>
          </a:prstGeom>
        </p:spPr>
      </p:pic>
      <p:pic>
        <p:nvPicPr>
          <p:cNvPr id="16" name="Picture 15" descr="A table with electrical equipment on it&#10;&#10;AI-generated content may be incorrect.">
            <a:extLst>
              <a:ext uri="{FF2B5EF4-FFF2-40B4-BE49-F238E27FC236}">
                <a16:creationId xmlns:a16="http://schemas.microsoft.com/office/drawing/2014/main" id="{52E3E69F-3AAA-0A07-F2C5-F31BFC56E11D}"/>
              </a:ext>
            </a:extLst>
          </p:cNvPr>
          <p:cNvPicPr>
            <a:picLocks noChangeAspect="1"/>
          </p:cNvPicPr>
          <p:nvPr/>
        </p:nvPicPr>
        <p:blipFill>
          <a:blip r:embed="rId11"/>
          <a:stretch>
            <a:fillRect/>
          </a:stretch>
        </p:blipFill>
        <p:spPr>
          <a:xfrm>
            <a:off x="22357909" y="29591568"/>
            <a:ext cx="7045058" cy="4662107"/>
          </a:xfrm>
          <a:prstGeom prst="rect">
            <a:avLst/>
          </a:prstGeom>
        </p:spPr>
      </p:pic>
      <p:sp>
        <p:nvSpPr>
          <p:cNvPr id="20" name="Elipse 19">
            <a:extLst>
              <a:ext uri="{FF2B5EF4-FFF2-40B4-BE49-F238E27FC236}">
                <a16:creationId xmlns:a16="http://schemas.microsoft.com/office/drawing/2014/main" id="{360FE225-6B81-C417-DB57-06DDBABD8186}"/>
              </a:ext>
            </a:extLst>
          </p:cNvPr>
          <p:cNvSpPr/>
          <p:nvPr/>
        </p:nvSpPr>
        <p:spPr>
          <a:xfrm>
            <a:off x="7603325" y="34848237"/>
            <a:ext cx="2243295" cy="1061971"/>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a:solidFill>
                  <a:schemeClr val="tx1"/>
                </a:solidFill>
                <a:ea typeface="Calibri"/>
                <a:cs typeface="Calibri"/>
              </a:rPr>
              <a:t>Integration</a:t>
            </a:r>
          </a:p>
        </p:txBody>
      </p:sp>
      <p:sp>
        <p:nvSpPr>
          <p:cNvPr id="24" name="Elipse 23">
            <a:extLst>
              <a:ext uri="{FF2B5EF4-FFF2-40B4-BE49-F238E27FC236}">
                <a16:creationId xmlns:a16="http://schemas.microsoft.com/office/drawing/2014/main" id="{7DCD7A25-2BC3-4631-AA79-EAF6E2C054F5}"/>
              </a:ext>
            </a:extLst>
          </p:cNvPr>
          <p:cNvSpPr/>
          <p:nvPr/>
        </p:nvSpPr>
        <p:spPr>
          <a:xfrm>
            <a:off x="10500715" y="34848237"/>
            <a:ext cx="2243295" cy="1061971"/>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a:solidFill>
                  <a:schemeClr val="tx1"/>
                </a:solidFill>
                <a:ea typeface="Calibri"/>
                <a:cs typeface="Calibri"/>
              </a:rPr>
              <a:t>Testing</a:t>
            </a:r>
            <a:endParaRPr lang="en-US">
              <a:solidFill>
                <a:schemeClr val="tx1"/>
              </a:solidFill>
              <a:ea typeface="Calibri"/>
              <a:cs typeface="Calibri"/>
            </a:endParaRPr>
          </a:p>
        </p:txBody>
      </p:sp>
      <p:sp>
        <p:nvSpPr>
          <p:cNvPr id="25" name="Elipse 24">
            <a:extLst>
              <a:ext uri="{FF2B5EF4-FFF2-40B4-BE49-F238E27FC236}">
                <a16:creationId xmlns:a16="http://schemas.microsoft.com/office/drawing/2014/main" id="{DDDCFEE1-F707-2880-4EE1-9303E6D8272E}"/>
              </a:ext>
            </a:extLst>
          </p:cNvPr>
          <p:cNvSpPr/>
          <p:nvPr/>
        </p:nvSpPr>
        <p:spPr>
          <a:xfrm>
            <a:off x="1808544" y="34848237"/>
            <a:ext cx="2243295" cy="1061971"/>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a:solidFill>
                  <a:schemeClr val="tx1"/>
                </a:solidFill>
                <a:ea typeface="Calibri"/>
                <a:cs typeface="Calibri"/>
              </a:rPr>
              <a:t>Initial research</a:t>
            </a:r>
          </a:p>
        </p:txBody>
      </p:sp>
      <p:sp>
        <p:nvSpPr>
          <p:cNvPr id="26" name="Elipse 25">
            <a:extLst>
              <a:ext uri="{FF2B5EF4-FFF2-40B4-BE49-F238E27FC236}">
                <a16:creationId xmlns:a16="http://schemas.microsoft.com/office/drawing/2014/main" id="{95CD8C30-9D73-349B-5BBF-40DDDABA3F26}"/>
              </a:ext>
            </a:extLst>
          </p:cNvPr>
          <p:cNvSpPr/>
          <p:nvPr/>
        </p:nvSpPr>
        <p:spPr>
          <a:xfrm>
            <a:off x="4705934" y="34848237"/>
            <a:ext cx="2243295" cy="1061971"/>
          </a:xfrm>
          <a:prstGeom prst="ellipse">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a:solidFill>
                  <a:schemeClr val="tx1"/>
                </a:solidFill>
                <a:ea typeface="Calibri"/>
                <a:cs typeface="Calibri"/>
              </a:rPr>
              <a:t>Development</a:t>
            </a:r>
          </a:p>
        </p:txBody>
      </p:sp>
    </p:spTree>
    <p:extLst>
      <p:ext uri="{BB962C8B-B14F-4D97-AF65-F5344CB8AC3E}">
        <p14:creationId xmlns:p14="http://schemas.microsoft.com/office/powerpoint/2010/main" val="993789709"/>
      </p:ext>
    </p:extLst>
  </p:cSld>
  <p:clrMapOvr>
    <a:masterClrMapping/>
  </p:clrMapOvr>
</p:sld>
</file>

<file path=ppt/theme/theme1.xml><?xml version="1.0" encoding="utf-8"?>
<a:theme xmlns:a="http://schemas.openxmlformats.org/drawingml/2006/main" name="Kantoorth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oster template - Studentenprojecten" id="{A8FF61F8-93A2-B24F-8916-491FF3F77D32}" vid="{1B2B5A2B-9DED-C441-9941-C30AA56B65D5}"/>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1E2C10D4DF96D4A99B7393019D09280" ma:contentTypeVersion="3" ma:contentTypeDescription="Create a new document." ma:contentTypeScope="" ma:versionID="4f7b275aada892d1abd2c76871aa83aa">
  <xsd:schema xmlns:xsd="http://www.w3.org/2001/XMLSchema" xmlns:xs="http://www.w3.org/2001/XMLSchema" xmlns:p="http://schemas.microsoft.com/office/2006/metadata/properties" xmlns:ns2="234a9ece-d39b-497c-8472-0efdb3ce01dc" targetNamespace="http://schemas.microsoft.com/office/2006/metadata/properties" ma:root="true" ma:fieldsID="1fcf26e1d3e13ca48cc75a2d24ab3345" ns2:_="">
    <xsd:import namespace="234a9ece-d39b-497c-8472-0efdb3ce01dc"/>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34a9ece-d39b-497c-8472-0efdb3ce01d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22A7A99-6B8B-413E-86C1-387AD0B2D0EC}">
  <ds:schemaRefs>
    <ds:schemaRef ds:uri="234a9ece-d39b-497c-8472-0efdb3ce01d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64D4523-A5F6-45AE-A55F-79A3348D7DA2}">
  <ds:schemaRefs>
    <ds:schemaRef ds:uri="403f6699-5954-4e14-9d11-0d95560272b5"/>
    <ds:schemaRef ds:uri="d81fd4e3-3a9b-4909-a17f-d89186ae6b4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261D33AA-E680-4A2D-A63E-42715279423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Kantoorthema</Template>
  <TotalTime>0</TotalTime>
  <Words>406</Words>
  <Application>Microsoft Office PowerPoint</Application>
  <PresentationFormat>Custom</PresentationFormat>
  <Paragraphs>61</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Lucida Sans Unicode</vt:lpstr>
      <vt:lpstr>Kantoorthema</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Roy de Kinkelder</dc:creator>
  <cp:lastModifiedBy>Nhat Ha Pham</cp:lastModifiedBy>
  <cp:revision>2</cp:revision>
  <cp:lastPrinted>2012-11-15T13:49:17Z</cp:lastPrinted>
  <dcterms:created xsi:type="dcterms:W3CDTF">2022-06-23T09:30:22Z</dcterms:created>
  <dcterms:modified xsi:type="dcterms:W3CDTF">2025-12-18T11:32:03Z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0x01010031E2C10D4DF96D4A99B7393019D09280</vt:lpwstr>
  </property>
</Properties>
</file>